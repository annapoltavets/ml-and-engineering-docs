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6256000" cy="9144000"/>
  <p:notesSz cx="6858000" cy="9144000"/>
  <p:embeddedFontLst>
    <p:embeddedFont>
      <p:font typeface="Open Sans" panose="020B0606030504020204" pitchFamily="34" charset="0"/>
      <p:regular r:id="rId11"/>
      <p:bold r:id="rId12"/>
      <p:italic r:id="rId13"/>
      <p:boldItalic r:id="rId1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modifyVerifier cryptProviderType="rsaAES" cryptAlgorithmClass="hash" cryptAlgorithmType="typeAny" cryptAlgorithmSid="14" spinCount="100000" saltData="MVja4/8jiuz+HhSMleV5gQ==" hashData="OLX8CTp6EnH6GwuSqRwcxM62lKAe18BUtCtrlvGvtkvdcaaNCqJv2k8cGjzYSiW0Iw3F1sVp4wYUm5G0S3Fb0w=="/>
  <p:extLst>
    <p:ext uri="{EFAFB233-063F-42B5-8137-9DF3F51BA10A}">
      <p15:sldGuideLst xmlns:p15="http://schemas.microsoft.com/office/powerpoint/2012/main">
        <p15:guide id="1" orient="horz" pos="192">
          <p15:clr>
            <a:srgbClr val="A4A3A4"/>
          </p15:clr>
        </p15:guide>
        <p15:guide id="2" orient="horz" pos="5352">
          <p15:clr>
            <a:srgbClr val="A4A3A4"/>
          </p15:clr>
        </p15:guide>
        <p15:guide id="3" pos="3152">
          <p15:clr>
            <a:srgbClr val="A4A3A4"/>
          </p15:clr>
        </p15:guide>
        <p15:guide id="4" pos="7088">
          <p15:clr>
            <a:srgbClr val="A4A3A4"/>
          </p15:clr>
        </p15:guide>
        <p15:guide id="5" pos="5120">
          <p15:clr>
            <a:srgbClr val="A4A3A4"/>
          </p15:clr>
        </p15:guide>
        <p15:guide id="6" orient="horz" pos="4536">
          <p15:clr>
            <a:srgbClr val="A4A3A4"/>
          </p15:clr>
        </p15:guide>
        <p15:guide id="7" orient="horz" pos="3787">
          <p15:clr>
            <a:srgbClr val="A4A3A4"/>
          </p15:clr>
        </p15:guide>
        <p15:guide id="8" orient="horz" pos="1406">
          <p15:clr>
            <a:srgbClr val="A4A3A4"/>
          </p15:clr>
        </p15:guide>
        <p15:guide id="9" orient="horz" pos="3039">
          <p15:clr>
            <a:srgbClr val="A4A3A4"/>
          </p15:clr>
        </p15:guide>
        <p15:guide id="10" orient="horz" pos="2132">
          <p15:clr>
            <a:srgbClr val="A4A3A4"/>
          </p15:clr>
        </p15:guide>
        <p15:guide id="11" orient="horz" pos="360">
          <p15:clr>
            <a:srgbClr val="A4A3A4"/>
          </p15:clr>
        </p15:guide>
        <p15:guide id="12" orient="horz" pos="456">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9" roundtripDataSignature="AMtx7mg07eQsClKdPzzqY/hod0OmXaeZe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15" autoAdjust="0"/>
    <p:restoredTop sz="90038" autoAdjust="0"/>
  </p:normalViewPr>
  <p:slideViewPr>
    <p:cSldViewPr snapToGrid="0">
      <p:cViewPr varScale="1">
        <p:scale>
          <a:sx n="47" d="100"/>
          <a:sy n="47" d="100"/>
        </p:scale>
        <p:origin x="996" y="42"/>
      </p:cViewPr>
      <p:guideLst>
        <p:guide orient="horz" pos="192"/>
        <p:guide orient="horz" pos="5352"/>
        <p:guide pos="3152"/>
        <p:guide pos="7088"/>
        <p:guide pos="5120"/>
        <p:guide orient="horz" pos="4536"/>
        <p:guide orient="horz" pos="3787"/>
        <p:guide orient="horz" pos="1406"/>
        <p:guide orient="horz" pos="3039"/>
        <p:guide orient="horz" pos="2132"/>
        <p:guide orient="horz" pos="360"/>
        <p:guide orient="horz" pos="456"/>
      </p:guideLst>
    </p:cSldViewPr>
  </p:slideViewPr>
  <p:notesTextViewPr>
    <p:cViewPr>
      <p:scale>
        <a:sx n="1" d="1"/>
        <a:sy n="1" d="1"/>
      </p:scale>
      <p:origin x="0" y="0"/>
    </p:cViewPr>
  </p:notesTextViewPr>
  <p:gridSpacing cx="45000" cy="450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font" Target="fonts/font2.fntdata"/><Relationship Id="rId2" Type="http://schemas.openxmlformats.org/officeDocument/2006/relationships/slide" Target="slides/slide1.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23" Type="http://schemas.openxmlformats.org/officeDocument/2006/relationships/tableStyles" Target="tableStyles.xml"/><Relationship Id="rId10" Type="http://schemas.openxmlformats.org/officeDocument/2006/relationships/notesMaster" Target="notesMasters/notesMaster1.xml"/><Relationship Id="rId19"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12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
        <p:nvSpPr>
          <p:cNvPr id="194" name="Google Shape;194;p1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98" name="Google Shape;198;p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12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208" name="Google Shape;208;p1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1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220" name="Google Shape;220;p1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p1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230" name="Google Shape;230;p1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12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242" name="Google Shape;242;p1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12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252" name="Google Shape;252;p1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p12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
        <p:nvSpPr>
          <p:cNvPr id="264" name="Google Shape;264;p1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ourse Name">
  <p:cSld name="Course Name">
    <p:spTree>
      <p:nvGrpSpPr>
        <p:cNvPr id="1" name="Shape 12"/>
        <p:cNvGrpSpPr/>
        <p:nvPr/>
      </p:nvGrpSpPr>
      <p:grpSpPr>
        <a:xfrm>
          <a:off x="0" y="0"/>
          <a:ext cx="0" cy="0"/>
          <a:chOff x="0" y="0"/>
          <a:chExt cx="0" cy="0"/>
        </a:xfrm>
      </p:grpSpPr>
      <p:pic>
        <p:nvPicPr>
          <p:cNvPr id="13" name="Google Shape;13;p131"/>
          <p:cNvPicPr preferRelativeResize="0"/>
          <p:nvPr/>
        </p:nvPicPr>
        <p:blipFill rotWithShape="1">
          <a:blip r:embed="rId2">
            <a:alphaModFix/>
          </a:blip>
          <a:srcRect/>
          <a:stretch/>
        </p:blipFill>
        <p:spPr>
          <a:xfrm>
            <a:off x="0" y="0"/>
            <a:ext cx="16255998" cy="9143999"/>
          </a:xfrm>
          <a:prstGeom prst="rect">
            <a:avLst/>
          </a:prstGeom>
          <a:noFill/>
          <a:ln>
            <a:noFill/>
          </a:ln>
        </p:spPr>
      </p:pic>
      <p:sp>
        <p:nvSpPr>
          <p:cNvPr id="14" name="Google Shape;14;p131"/>
          <p:cNvSpPr txBox="1">
            <a:spLocks noGrp="1"/>
          </p:cNvSpPr>
          <p:nvPr>
            <p:ph type="body" idx="1"/>
          </p:nvPr>
        </p:nvSpPr>
        <p:spPr>
          <a:xfrm>
            <a:off x="653386" y="4114800"/>
            <a:ext cx="7835706" cy="914400"/>
          </a:xfrm>
          <a:prstGeom prst="rect">
            <a:avLst/>
          </a:prstGeom>
          <a:noFill/>
          <a:ln>
            <a:noFill/>
          </a:ln>
        </p:spPr>
        <p:txBody>
          <a:bodyPr spcFirstLastPara="1" wrap="square" lIns="91425" tIns="91425" rIns="91425" bIns="91425" anchor="t" anchorCtr="0">
            <a:noAutofit/>
          </a:bodyPr>
          <a:lstStyle>
            <a:lvl1pPr marL="457200" lvl="0" indent="-228600" algn="ctr">
              <a:lnSpc>
                <a:spcPct val="114000"/>
              </a:lnSpc>
              <a:spcBef>
                <a:spcPts val="1000"/>
              </a:spcBef>
              <a:spcAft>
                <a:spcPts val="0"/>
              </a:spcAft>
              <a:buClr>
                <a:srgbClr val="404040"/>
              </a:buClr>
              <a:buSzPts val="2800"/>
              <a:buFont typeface="Arial"/>
              <a:buNone/>
              <a:defRPr sz="2800" b="1">
                <a:solidFill>
                  <a:srgbClr val="404040"/>
                </a:solidFill>
                <a:latin typeface="Open Sans"/>
                <a:ea typeface="Open Sans"/>
                <a:cs typeface="Open Sans"/>
                <a:sym typeface="Open Sans"/>
              </a:defRPr>
            </a:lvl1pPr>
            <a:lvl2pPr marL="914400" lvl="1" indent="-381000" algn="l">
              <a:lnSpc>
                <a:spcPct val="90000"/>
              </a:lnSpc>
              <a:spcBef>
                <a:spcPts val="500"/>
              </a:spcBef>
              <a:spcAft>
                <a:spcPts val="0"/>
              </a:spcAft>
              <a:buClr>
                <a:srgbClr val="3F3F3F"/>
              </a:buClr>
              <a:buSzPts val="2400"/>
              <a:buChar char="•"/>
              <a:defRPr/>
            </a:lvl2pPr>
            <a:lvl3pPr marL="1371600" lvl="2" indent="-355600" algn="l">
              <a:lnSpc>
                <a:spcPct val="90000"/>
              </a:lnSpc>
              <a:spcBef>
                <a:spcPts val="500"/>
              </a:spcBef>
              <a:spcAft>
                <a:spcPts val="0"/>
              </a:spcAft>
              <a:buClr>
                <a:srgbClr val="3F3F3F"/>
              </a:buClr>
              <a:buSzPts val="20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Lesson Name">
  <p:cSld name="Lesson Name">
    <p:spTree>
      <p:nvGrpSpPr>
        <p:cNvPr id="1" name="Shape 15"/>
        <p:cNvGrpSpPr/>
        <p:nvPr/>
      </p:nvGrpSpPr>
      <p:grpSpPr>
        <a:xfrm>
          <a:off x="0" y="0"/>
          <a:ext cx="0" cy="0"/>
          <a:chOff x="0" y="0"/>
          <a:chExt cx="0" cy="0"/>
        </a:xfrm>
      </p:grpSpPr>
      <p:pic>
        <p:nvPicPr>
          <p:cNvPr id="16" name="Google Shape;16;p132"/>
          <p:cNvPicPr preferRelativeResize="0"/>
          <p:nvPr/>
        </p:nvPicPr>
        <p:blipFill rotWithShape="1">
          <a:blip r:embed="rId2">
            <a:alphaModFix/>
          </a:blip>
          <a:srcRect/>
          <a:stretch/>
        </p:blipFill>
        <p:spPr>
          <a:xfrm>
            <a:off x="0" y="0"/>
            <a:ext cx="16255999" cy="9143999"/>
          </a:xfrm>
          <a:prstGeom prst="rect">
            <a:avLst/>
          </a:prstGeom>
          <a:noFill/>
          <a:ln>
            <a:noFill/>
          </a:ln>
        </p:spPr>
      </p:pic>
      <p:sp>
        <p:nvSpPr>
          <p:cNvPr id="17" name="Google Shape;17;p132"/>
          <p:cNvSpPr txBox="1">
            <a:spLocks noGrp="1"/>
          </p:cNvSpPr>
          <p:nvPr>
            <p:ph type="body" idx="1"/>
          </p:nvPr>
        </p:nvSpPr>
        <p:spPr>
          <a:xfrm>
            <a:off x="653386" y="4114800"/>
            <a:ext cx="7835706" cy="914400"/>
          </a:xfrm>
          <a:prstGeom prst="rect">
            <a:avLst/>
          </a:prstGeom>
          <a:noFill/>
          <a:ln>
            <a:noFill/>
          </a:ln>
        </p:spPr>
        <p:txBody>
          <a:bodyPr spcFirstLastPara="1" wrap="square" lIns="91425" tIns="91425" rIns="91425" bIns="91425" anchor="t" anchorCtr="0">
            <a:noAutofit/>
          </a:bodyPr>
          <a:lstStyle>
            <a:lvl1pPr marL="457200" lvl="0" indent="-228600" algn="ctr">
              <a:lnSpc>
                <a:spcPct val="114000"/>
              </a:lnSpc>
              <a:spcBef>
                <a:spcPts val="1000"/>
              </a:spcBef>
              <a:spcAft>
                <a:spcPts val="0"/>
              </a:spcAft>
              <a:buClr>
                <a:srgbClr val="404040"/>
              </a:buClr>
              <a:buSzPts val="2800"/>
              <a:buFont typeface="Arial"/>
              <a:buNone/>
              <a:defRPr sz="2800" b="1">
                <a:solidFill>
                  <a:srgbClr val="404040"/>
                </a:solidFill>
                <a:latin typeface="Open Sans"/>
                <a:ea typeface="Open Sans"/>
                <a:cs typeface="Open Sans"/>
                <a:sym typeface="Open Sans"/>
              </a:defRPr>
            </a:lvl1pPr>
            <a:lvl2pPr marL="914400" lvl="1" indent="-381000" algn="l">
              <a:lnSpc>
                <a:spcPct val="90000"/>
              </a:lnSpc>
              <a:spcBef>
                <a:spcPts val="500"/>
              </a:spcBef>
              <a:spcAft>
                <a:spcPts val="0"/>
              </a:spcAft>
              <a:buClr>
                <a:srgbClr val="3F3F3F"/>
              </a:buClr>
              <a:buSzPts val="2400"/>
              <a:buChar char="•"/>
              <a:defRPr/>
            </a:lvl2pPr>
            <a:lvl3pPr marL="1371600" lvl="2" indent="-355600" algn="l">
              <a:lnSpc>
                <a:spcPct val="90000"/>
              </a:lnSpc>
              <a:spcBef>
                <a:spcPts val="500"/>
              </a:spcBef>
              <a:spcAft>
                <a:spcPts val="0"/>
              </a:spcAft>
              <a:buClr>
                <a:srgbClr val="3F3F3F"/>
              </a:buClr>
              <a:buSzPts val="20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extLst>
    <p:ext uri="{DCECCB84-F9BA-43D5-87BE-67443E8EF086}">
      <p15:sldGuideLst xmlns:p15="http://schemas.microsoft.com/office/powerpoint/2012/main">
        <p15:guide id="1" orient="horz" pos="2880">
          <p15:clr>
            <a:srgbClr val="000000"/>
          </p15:clr>
        </p15:guide>
        <p15:guide id="2" pos="5120">
          <p15:clr>
            <a:srgbClr val="00000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Learning Objectives">
  <p:cSld name="Learning Objectives">
    <p:spTree>
      <p:nvGrpSpPr>
        <p:cNvPr id="1" name="Shape 18"/>
        <p:cNvGrpSpPr/>
        <p:nvPr/>
      </p:nvGrpSpPr>
      <p:grpSpPr>
        <a:xfrm>
          <a:off x="0" y="0"/>
          <a:ext cx="0" cy="0"/>
          <a:chOff x="0" y="0"/>
          <a:chExt cx="0" cy="0"/>
        </a:xfrm>
      </p:grpSpPr>
      <p:pic>
        <p:nvPicPr>
          <p:cNvPr id="19" name="Google Shape;19;p133"/>
          <p:cNvPicPr preferRelativeResize="0"/>
          <p:nvPr/>
        </p:nvPicPr>
        <p:blipFill rotWithShape="1">
          <a:blip r:embed="rId2">
            <a:alphaModFix/>
          </a:blip>
          <a:srcRect/>
          <a:stretch/>
        </p:blipFill>
        <p:spPr>
          <a:xfrm>
            <a:off x="0" y="0"/>
            <a:ext cx="16255999" cy="9143999"/>
          </a:xfrm>
          <a:prstGeom prst="rect">
            <a:avLst/>
          </a:prstGeom>
          <a:noFill/>
          <a:ln>
            <a:noFill/>
          </a:ln>
        </p:spPr>
      </p:pic>
      <p:sp>
        <p:nvSpPr>
          <p:cNvPr id="20" name="Google Shape;20;p133"/>
          <p:cNvSpPr/>
          <p:nvPr/>
        </p:nvSpPr>
        <p:spPr>
          <a:xfrm>
            <a:off x="2747395" y="274390"/>
            <a:ext cx="4819800" cy="523200"/>
          </a:xfrm>
          <a:prstGeom prst="rect">
            <a:avLst/>
          </a:prstGeom>
          <a:noFill/>
          <a:ln>
            <a:noFill/>
          </a:ln>
        </p:spPr>
        <p:txBody>
          <a:bodyPr spcFirstLastPara="1" wrap="square" lIns="91425" tIns="45700" rIns="91425" bIns="45700" anchor="t" anchorCtr="0">
            <a:spAutoFit/>
          </a:bodyPr>
          <a:lstStyle/>
          <a:p>
            <a:pPr marL="457200" marR="0" lvl="0" indent="-228600" algn="ctr" rtl="0">
              <a:lnSpc>
                <a:spcPct val="100000"/>
              </a:lnSpc>
              <a:spcBef>
                <a:spcPts val="0"/>
              </a:spcBef>
              <a:spcAft>
                <a:spcPts val="0"/>
              </a:spcAft>
              <a:buClr>
                <a:srgbClr val="3F3F3F"/>
              </a:buClr>
              <a:buSzPts val="2200"/>
              <a:buFont typeface="Arial"/>
              <a:buNone/>
            </a:pPr>
            <a:r>
              <a:rPr lang="en-US" sz="2800" b="1" i="0" u="none" strike="noStrike" cap="none">
                <a:solidFill>
                  <a:srgbClr val="3F3F3F"/>
                </a:solidFill>
                <a:latin typeface="Open Sans"/>
                <a:ea typeface="Open Sans"/>
                <a:cs typeface="Open Sans"/>
                <a:sym typeface="Open Sans"/>
              </a:rPr>
              <a:t>Learning Objectives</a:t>
            </a:r>
            <a:endParaRPr sz="1400" b="0" i="0" u="none" strike="noStrike" cap="none">
              <a:solidFill>
                <a:srgbClr val="000000"/>
              </a:solidFill>
              <a:latin typeface="Arial"/>
              <a:ea typeface="Arial"/>
              <a:cs typeface="Arial"/>
              <a:sym typeface="Arial"/>
            </a:endParaRPr>
          </a:p>
        </p:txBody>
      </p:sp>
      <p:sp>
        <p:nvSpPr>
          <p:cNvPr id="21" name="Google Shape;21;p133"/>
          <p:cNvSpPr/>
          <p:nvPr/>
        </p:nvSpPr>
        <p:spPr>
          <a:xfrm>
            <a:off x="718944" y="1933649"/>
            <a:ext cx="7888027" cy="553212"/>
          </a:xfrm>
          <a:prstGeom prst="rect">
            <a:avLst/>
          </a:prstGeom>
          <a:noFill/>
          <a:ln>
            <a:noFill/>
          </a:ln>
        </p:spPr>
        <p:txBody>
          <a:bodyPr spcFirstLastPara="1" wrap="square" lIns="91425" tIns="0" rIns="91425" bIns="0" anchor="t" anchorCtr="0">
            <a:normAutofit/>
          </a:bodyPr>
          <a:lstStyle/>
          <a:p>
            <a:pPr marL="342900" marR="0" lvl="0" indent="-342900" algn="l" rtl="0">
              <a:lnSpc>
                <a:spcPct val="90000"/>
              </a:lnSpc>
              <a:spcBef>
                <a:spcPts val="1000"/>
              </a:spcBef>
              <a:spcAft>
                <a:spcPts val="0"/>
              </a:spcAft>
              <a:buClr>
                <a:schemeClr val="dk1"/>
              </a:buClr>
              <a:buSzPts val="2800"/>
              <a:buFont typeface="Arial"/>
              <a:buNone/>
            </a:pPr>
            <a:r>
              <a:rPr lang="en-US" sz="2200" b="0" i="0" u="none" strike="noStrike" cap="none">
                <a:solidFill>
                  <a:srgbClr val="3F3F3F"/>
                </a:solidFill>
                <a:latin typeface="Open Sans"/>
                <a:ea typeface="Open Sans"/>
                <a:cs typeface="Open Sans"/>
                <a:sym typeface="Open Sans"/>
              </a:rPr>
              <a:t>By the end of this lesson, you will be able to:</a:t>
            </a:r>
            <a:endParaRPr sz="1800" b="0" i="0" u="none" strike="noStrike" cap="none">
              <a:solidFill>
                <a:schemeClr val="dk1"/>
              </a:solidFill>
              <a:latin typeface="Calibri"/>
              <a:ea typeface="Calibri"/>
              <a:cs typeface="Calibri"/>
              <a:sym typeface="Calibri"/>
            </a:endParaRPr>
          </a:p>
        </p:txBody>
      </p:sp>
      <p:sp>
        <p:nvSpPr>
          <p:cNvPr id="22" name="Google Shape;22;p133"/>
          <p:cNvSpPr/>
          <p:nvPr/>
        </p:nvSpPr>
        <p:spPr>
          <a:xfrm>
            <a:off x="2967652" y="837660"/>
            <a:ext cx="4391501" cy="38100"/>
          </a:xfrm>
          <a:prstGeom prst="ellipse">
            <a:avLst/>
          </a:prstGeom>
          <a:gradFill>
            <a:gsLst>
              <a:gs pos="0">
                <a:srgbClr val="FFFFFF">
                  <a:alpha val="0"/>
                </a:srgbClr>
              </a:gs>
              <a:gs pos="25000">
                <a:srgbClr val="3645A9"/>
              </a:gs>
              <a:gs pos="50000">
                <a:srgbClr val="3645A9"/>
              </a:gs>
              <a:gs pos="75000">
                <a:srgbClr val="3645A9"/>
              </a:gs>
              <a:gs pos="100000">
                <a:srgbClr val="FFFFFF">
                  <a:alpha val="0"/>
                </a:srgbClr>
              </a:gs>
            </a:gsLst>
            <a:lin ang="10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3" name="Google Shape;23;p133"/>
          <p:cNvSpPr txBox="1">
            <a:spLocks noGrp="1"/>
          </p:cNvSpPr>
          <p:nvPr>
            <p:ph type="body" idx="1"/>
          </p:nvPr>
        </p:nvSpPr>
        <p:spPr>
          <a:xfrm>
            <a:off x="1332875" y="2758746"/>
            <a:ext cx="9036000" cy="1011600"/>
          </a:xfrm>
          <a:prstGeom prst="rect">
            <a:avLst/>
          </a:prstGeom>
          <a:noFill/>
          <a:ln>
            <a:noFill/>
          </a:ln>
        </p:spPr>
        <p:txBody>
          <a:bodyPr spcFirstLastPara="1" wrap="square" lIns="91425" tIns="45700" rIns="91425" bIns="45700" anchor="t" anchorCtr="0">
            <a:normAutofit/>
          </a:bodyPr>
          <a:lstStyle>
            <a:lvl1pPr marL="457200" lvl="0" indent="-228600" algn="l">
              <a:lnSpc>
                <a:spcPct val="114000"/>
              </a:lnSpc>
              <a:spcBef>
                <a:spcPts val="1000"/>
              </a:spcBef>
              <a:spcAft>
                <a:spcPts val="0"/>
              </a:spcAft>
              <a:buClr>
                <a:srgbClr val="3F3F3F"/>
              </a:buClr>
              <a:buSzPts val="2200"/>
              <a:buNone/>
              <a:defRPr/>
            </a:lvl1pPr>
            <a:lvl2pPr marL="914400" lvl="1" indent="-342900" algn="l">
              <a:lnSpc>
                <a:spcPct val="114000"/>
              </a:lnSpc>
              <a:spcBef>
                <a:spcPts val="500"/>
              </a:spcBef>
              <a:spcAft>
                <a:spcPts val="0"/>
              </a:spcAft>
              <a:buClr>
                <a:srgbClr val="3F3F3F"/>
              </a:buClr>
              <a:buSzPts val="1800"/>
              <a:buChar char="•"/>
              <a:defRPr/>
            </a:lvl2pPr>
            <a:lvl3pPr marL="1371600" lvl="2" indent="-342900" algn="l">
              <a:lnSpc>
                <a:spcPct val="114000"/>
              </a:lnSpc>
              <a:spcBef>
                <a:spcPts val="500"/>
              </a:spcBef>
              <a:spcAft>
                <a:spcPts val="0"/>
              </a:spcAft>
              <a:buClr>
                <a:srgbClr val="3F3F3F"/>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133"/>
          <p:cNvSpPr txBox="1">
            <a:spLocks noGrp="1"/>
          </p:cNvSpPr>
          <p:nvPr>
            <p:ph type="body" idx="2"/>
          </p:nvPr>
        </p:nvSpPr>
        <p:spPr>
          <a:xfrm>
            <a:off x="1332356" y="3558751"/>
            <a:ext cx="9036000" cy="1011600"/>
          </a:xfrm>
          <a:prstGeom prst="rect">
            <a:avLst/>
          </a:prstGeom>
          <a:noFill/>
          <a:ln>
            <a:noFill/>
          </a:ln>
        </p:spPr>
        <p:txBody>
          <a:bodyPr spcFirstLastPara="1" wrap="square" lIns="91425" tIns="45700" rIns="91425" bIns="45700" anchor="t" anchorCtr="0">
            <a:normAutofit/>
          </a:bodyPr>
          <a:lstStyle>
            <a:lvl1pPr marL="457200" lvl="0" indent="-228600" algn="l">
              <a:lnSpc>
                <a:spcPct val="114000"/>
              </a:lnSpc>
              <a:spcBef>
                <a:spcPts val="0"/>
              </a:spcBef>
              <a:spcAft>
                <a:spcPts val="0"/>
              </a:spcAft>
              <a:buClr>
                <a:srgbClr val="3F3F3F"/>
              </a:buClr>
              <a:buSzPts val="2200"/>
              <a:buFont typeface="Arial"/>
              <a:buNone/>
              <a:defRPr/>
            </a:lvl1pPr>
            <a:lvl2pPr marL="914400" lvl="1" indent="-368300" algn="l">
              <a:lnSpc>
                <a:spcPct val="114000"/>
              </a:lnSpc>
              <a:spcBef>
                <a:spcPts val="0"/>
              </a:spcBef>
              <a:spcAft>
                <a:spcPts val="0"/>
              </a:spcAft>
              <a:buClr>
                <a:srgbClr val="3F3F3F"/>
              </a:buClr>
              <a:buSzPts val="2200"/>
              <a:buChar char="•"/>
              <a:defRPr/>
            </a:lvl2pPr>
            <a:lvl3pPr marL="1371600" lvl="2" indent="-368300" algn="l">
              <a:lnSpc>
                <a:spcPct val="114000"/>
              </a:lnSpc>
              <a:spcBef>
                <a:spcPts val="0"/>
              </a:spcBef>
              <a:spcAft>
                <a:spcPts val="0"/>
              </a:spcAft>
              <a:buClr>
                <a:srgbClr val="3F3F3F"/>
              </a:buClr>
              <a:buSzPts val="22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5" name="Google Shape;25;p133"/>
          <p:cNvSpPr txBox="1">
            <a:spLocks noGrp="1"/>
          </p:cNvSpPr>
          <p:nvPr>
            <p:ph type="body" idx="3"/>
          </p:nvPr>
        </p:nvSpPr>
        <p:spPr>
          <a:xfrm>
            <a:off x="1331837" y="4383470"/>
            <a:ext cx="9036000" cy="1011600"/>
          </a:xfrm>
          <a:prstGeom prst="rect">
            <a:avLst/>
          </a:prstGeom>
          <a:noFill/>
          <a:ln>
            <a:noFill/>
          </a:ln>
        </p:spPr>
        <p:txBody>
          <a:bodyPr spcFirstLastPara="1" wrap="square" lIns="91425" tIns="45700" rIns="91425" bIns="45700" anchor="t" anchorCtr="0">
            <a:normAutofit/>
          </a:bodyPr>
          <a:lstStyle>
            <a:lvl1pPr marL="457200" lvl="0" indent="-228600" algn="l">
              <a:lnSpc>
                <a:spcPct val="114000"/>
              </a:lnSpc>
              <a:spcBef>
                <a:spcPts val="0"/>
              </a:spcBef>
              <a:spcAft>
                <a:spcPts val="0"/>
              </a:spcAft>
              <a:buClr>
                <a:srgbClr val="3F3F3F"/>
              </a:buClr>
              <a:buSzPts val="2200"/>
              <a:buFont typeface="Arial"/>
              <a:buNone/>
              <a:defRPr/>
            </a:lvl1pPr>
            <a:lvl2pPr marL="914400" lvl="1" indent="-368300" algn="l">
              <a:lnSpc>
                <a:spcPct val="114000"/>
              </a:lnSpc>
              <a:spcBef>
                <a:spcPts val="0"/>
              </a:spcBef>
              <a:spcAft>
                <a:spcPts val="0"/>
              </a:spcAft>
              <a:buClr>
                <a:srgbClr val="3F3F3F"/>
              </a:buClr>
              <a:buSzPts val="2200"/>
              <a:buChar char="•"/>
              <a:defRPr/>
            </a:lvl2pPr>
            <a:lvl3pPr marL="1371600" lvl="2" indent="-368300" algn="l">
              <a:lnSpc>
                <a:spcPct val="114000"/>
              </a:lnSpc>
              <a:spcBef>
                <a:spcPts val="0"/>
              </a:spcBef>
              <a:spcAft>
                <a:spcPts val="0"/>
              </a:spcAft>
              <a:buClr>
                <a:srgbClr val="3F3F3F"/>
              </a:buClr>
              <a:buSzPts val="22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 name="Google Shape;26;p133"/>
          <p:cNvSpPr txBox="1">
            <a:spLocks noGrp="1"/>
          </p:cNvSpPr>
          <p:nvPr>
            <p:ph type="body" idx="4"/>
          </p:nvPr>
        </p:nvSpPr>
        <p:spPr>
          <a:xfrm>
            <a:off x="1332873" y="5195833"/>
            <a:ext cx="9034445" cy="1010072"/>
          </a:xfrm>
          <a:prstGeom prst="rect">
            <a:avLst/>
          </a:prstGeom>
          <a:noFill/>
          <a:ln>
            <a:noFill/>
          </a:ln>
        </p:spPr>
        <p:txBody>
          <a:bodyPr spcFirstLastPara="1" wrap="square" lIns="91425" tIns="45700" rIns="91425" bIns="45700" anchor="t" anchorCtr="0">
            <a:normAutofit/>
          </a:bodyPr>
          <a:lstStyle>
            <a:lvl1pPr marL="457200" lvl="0" indent="-228600" algn="l">
              <a:lnSpc>
                <a:spcPct val="114000"/>
              </a:lnSpc>
              <a:spcBef>
                <a:spcPts val="0"/>
              </a:spcBef>
              <a:spcAft>
                <a:spcPts val="0"/>
              </a:spcAft>
              <a:buClr>
                <a:srgbClr val="3F3F3F"/>
              </a:buClr>
              <a:buSzPts val="2200"/>
              <a:buFont typeface="Arial"/>
              <a:buNone/>
              <a:defRPr/>
            </a:lvl1pPr>
            <a:lvl2pPr marL="914400" lvl="1" indent="-368300" algn="l">
              <a:lnSpc>
                <a:spcPct val="114000"/>
              </a:lnSpc>
              <a:spcBef>
                <a:spcPts val="0"/>
              </a:spcBef>
              <a:spcAft>
                <a:spcPts val="0"/>
              </a:spcAft>
              <a:buClr>
                <a:srgbClr val="3F3F3F"/>
              </a:buClr>
              <a:buSzPts val="2200"/>
              <a:buChar char="•"/>
              <a:defRPr/>
            </a:lvl2pPr>
            <a:lvl3pPr marL="1371600" lvl="2" indent="-368300" algn="l">
              <a:lnSpc>
                <a:spcPct val="114000"/>
              </a:lnSpc>
              <a:spcBef>
                <a:spcPts val="0"/>
              </a:spcBef>
              <a:spcAft>
                <a:spcPts val="0"/>
              </a:spcAft>
              <a:buClr>
                <a:srgbClr val="3F3F3F"/>
              </a:buClr>
              <a:buSzPts val="22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A day in the life">
  <p:cSld name="A day in the life">
    <p:spTree>
      <p:nvGrpSpPr>
        <p:cNvPr id="1" name="Shape 27"/>
        <p:cNvGrpSpPr/>
        <p:nvPr/>
      </p:nvGrpSpPr>
      <p:grpSpPr>
        <a:xfrm>
          <a:off x="0" y="0"/>
          <a:ext cx="0" cy="0"/>
          <a:chOff x="0" y="0"/>
          <a:chExt cx="0" cy="0"/>
        </a:xfrm>
      </p:grpSpPr>
      <p:pic>
        <p:nvPicPr>
          <p:cNvPr id="28" name="Google Shape;28;p134"/>
          <p:cNvPicPr preferRelativeResize="0"/>
          <p:nvPr/>
        </p:nvPicPr>
        <p:blipFill rotWithShape="1">
          <a:blip r:embed="rId2">
            <a:alphaModFix/>
          </a:blip>
          <a:srcRect/>
          <a:stretch/>
        </p:blipFill>
        <p:spPr>
          <a:xfrm>
            <a:off x="0" y="0"/>
            <a:ext cx="16255999" cy="9143999"/>
          </a:xfrm>
          <a:prstGeom prst="rect">
            <a:avLst/>
          </a:prstGeom>
          <a:noFill/>
          <a:ln>
            <a:noFill/>
          </a:ln>
        </p:spPr>
      </p:pic>
      <p:sp>
        <p:nvSpPr>
          <p:cNvPr id="29" name="Google Shape;29;p134"/>
          <p:cNvSpPr txBox="1">
            <a:spLocks noGrp="1"/>
          </p:cNvSpPr>
          <p:nvPr>
            <p:ph type="body" idx="1"/>
          </p:nvPr>
        </p:nvSpPr>
        <p:spPr>
          <a:xfrm>
            <a:off x="844889" y="1622017"/>
            <a:ext cx="10807533" cy="903776"/>
          </a:xfrm>
          <a:prstGeom prst="rect">
            <a:avLst/>
          </a:prstGeom>
          <a:noFill/>
          <a:ln>
            <a:noFill/>
          </a:ln>
        </p:spPr>
        <p:txBody>
          <a:bodyPr spcFirstLastPara="1" wrap="square" lIns="91425" tIns="0" rIns="91425" bIns="0" anchor="t" anchorCtr="0">
            <a:normAutofit/>
          </a:bodyPr>
          <a:lstStyle>
            <a:lvl1pPr marL="457200" lvl="0" indent="-228600" algn="l">
              <a:lnSpc>
                <a:spcPct val="114000"/>
              </a:lnSpc>
              <a:spcBef>
                <a:spcPts val="1000"/>
              </a:spcBef>
              <a:spcAft>
                <a:spcPts val="0"/>
              </a:spcAft>
              <a:buClr>
                <a:srgbClr val="3F3F3F"/>
              </a:buClr>
              <a:buSzPts val="2200"/>
              <a:buFont typeface="Arial"/>
              <a:buNone/>
              <a:defRPr>
                <a:solidFill>
                  <a:srgbClr val="3F3F3F"/>
                </a:solidFill>
                <a:latin typeface="Open Sans"/>
                <a:ea typeface="Open Sans"/>
                <a:cs typeface="Open Sans"/>
                <a:sym typeface="Open Sans"/>
              </a:defRPr>
            </a:lvl1pPr>
            <a:lvl2pPr marL="914400" lvl="1" indent="-342900" algn="l">
              <a:lnSpc>
                <a:spcPct val="114000"/>
              </a:lnSpc>
              <a:spcBef>
                <a:spcPts val="500"/>
              </a:spcBef>
              <a:spcAft>
                <a:spcPts val="0"/>
              </a:spcAft>
              <a:buClr>
                <a:srgbClr val="3F3F3F"/>
              </a:buClr>
              <a:buSzPts val="1800"/>
              <a:buChar char="•"/>
              <a:defRPr/>
            </a:lvl2pPr>
            <a:lvl3pPr marL="1371600" lvl="2" indent="-342900" algn="l">
              <a:lnSpc>
                <a:spcPct val="114000"/>
              </a:lnSpc>
              <a:spcBef>
                <a:spcPts val="500"/>
              </a:spcBef>
              <a:spcAft>
                <a:spcPts val="0"/>
              </a:spcAft>
              <a:buClr>
                <a:srgbClr val="3F3F3F"/>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0" name="Google Shape;30;p134"/>
          <p:cNvSpPr txBox="1">
            <a:spLocks noGrp="1"/>
          </p:cNvSpPr>
          <p:nvPr>
            <p:ph type="body" idx="2"/>
          </p:nvPr>
        </p:nvSpPr>
        <p:spPr>
          <a:xfrm>
            <a:off x="812800" y="2712304"/>
            <a:ext cx="10839622" cy="5527418"/>
          </a:xfrm>
          <a:prstGeom prst="rect">
            <a:avLst/>
          </a:prstGeom>
          <a:noFill/>
          <a:ln>
            <a:noFill/>
          </a:ln>
        </p:spPr>
        <p:txBody>
          <a:bodyPr spcFirstLastPara="1" wrap="square" lIns="91425" tIns="0" rIns="91425" bIns="0" anchor="t" anchorCtr="0">
            <a:normAutofit/>
          </a:bodyPr>
          <a:lstStyle>
            <a:lvl1pPr marL="457200" lvl="0" indent="-228600" algn="l">
              <a:lnSpc>
                <a:spcPct val="114000"/>
              </a:lnSpc>
              <a:spcBef>
                <a:spcPts val="1000"/>
              </a:spcBef>
              <a:spcAft>
                <a:spcPts val="0"/>
              </a:spcAft>
              <a:buClr>
                <a:srgbClr val="3F3F3F"/>
              </a:buClr>
              <a:buSzPts val="2200"/>
              <a:buFont typeface="Arial"/>
              <a:buNone/>
              <a:defRPr>
                <a:solidFill>
                  <a:srgbClr val="3F3F3F"/>
                </a:solidFill>
                <a:latin typeface="Open Sans"/>
                <a:ea typeface="Open Sans"/>
                <a:cs typeface="Open Sans"/>
                <a:sym typeface="Open Sans"/>
              </a:defRPr>
            </a:lvl1pPr>
            <a:lvl2pPr marL="914400" lvl="1" indent="-342900" algn="l">
              <a:lnSpc>
                <a:spcPct val="114000"/>
              </a:lnSpc>
              <a:spcBef>
                <a:spcPts val="500"/>
              </a:spcBef>
              <a:spcAft>
                <a:spcPts val="0"/>
              </a:spcAft>
              <a:buClr>
                <a:srgbClr val="3F3F3F"/>
              </a:buClr>
              <a:buSzPts val="1800"/>
              <a:buChar char="•"/>
              <a:defRPr/>
            </a:lvl2pPr>
            <a:lvl3pPr marL="1371600" lvl="2" indent="-342900" algn="l">
              <a:lnSpc>
                <a:spcPct val="114000"/>
              </a:lnSpc>
              <a:spcBef>
                <a:spcPts val="500"/>
              </a:spcBef>
              <a:spcAft>
                <a:spcPts val="0"/>
              </a:spcAft>
              <a:buClr>
                <a:srgbClr val="3F3F3F"/>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1" name="Google Shape;31;p134"/>
          <p:cNvSpPr txBox="1">
            <a:spLocks noGrp="1"/>
          </p:cNvSpPr>
          <p:nvPr>
            <p:ph type="title"/>
          </p:nvPr>
        </p:nvSpPr>
        <p:spPr>
          <a:xfrm>
            <a:off x="-10160" y="229878"/>
            <a:ext cx="16276320" cy="687244"/>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3F3F3F"/>
              </a:buClr>
              <a:buSzPts val="4400"/>
              <a:buFont typeface="Arial"/>
              <a:buNone/>
              <a:defRPr sz="2800" b="1">
                <a:solidFill>
                  <a:srgbClr val="3F3F3F"/>
                </a:solidFill>
                <a:latin typeface="Open Sans"/>
                <a:ea typeface="Open Sans"/>
                <a:cs typeface="Open Sans"/>
                <a:sym typeface="Open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opic Name">
  <p:cSld name="Topic Name">
    <p:spTree>
      <p:nvGrpSpPr>
        <p:cNvPr id="1" name="Shape 32"/>
        <p:cNvGrpSpPr/>
        <p:nvPr/>
      </p:nvGrpSpPr>
      <p:grpSpPr>
        <a:xfrm>
          <a:off x="0" y="0"/>
          <a:ext cx="0" cy="0"/>
          <a:chOff x="0" y="0"/>
          <a:chExt cx="0" cy="0"/>
        </a:xfrm>
      </p:grpSpPr>
      <p:pic>
        <p:nvPicPr>
          <p:cNvPr id="33" name="Google Shape;33;p135"/>
          <p:cNvPicPr preferRelativeResize="0"/>
          <p:nvPr/>
        </p:nvPicPr>
        <p:blipFill rotWithShape="1">
          <a:blip r:embed="rId2">
            <a:alphaModFix/>
          </a:blip>
          <a:srcRect/>
          <a:stretch/>
        </p:blipFill>
        <p:spPr>
          <a:xfrm>
            <a:off x="0" y="0"/>
            <a:ext cx="16255998" cy="9143999"/>
          </a:xfrm>
          <a:prstGeom prst="rect">
            <a:avLst/>
          </a:prstGeom>
          <a:noFill/>
          <a:ln>
            <a:noFill/>
          </a:ln>
        </p:spPr>
      </p:pic>
      <p:sp>
        <p:nvSpPr>
          <p:cNvPr id="34" name="Google Shape;34;p135"/>
          <p:cNvSpPr txBox="1">
            <a:spLocks noGrp="1"/>
          </p:cNvSpPr>
          <p:nvPr>
            <p:ph type="body" idx="1"/>
          </p:nvPr>
        </p:nvSpPr>
        <p:spPr>
          <a:xfrm>
            <a:off x="0" y="4114800"/>
            <a:ext cx="16256001" cy="914400"/>
          </a:xfrm>
          <a:prstGeom prst="rect">
            <a:avLst/>
          </a:prstGeom>
          <a:noFill/>
          <a:ln>
            <a:noFill/>
          </a:ln>
        </p:spPr>
        <p:txBody>
          <a:bodyPr spcFirstLastPara="1" wrap="square" lIns="91425" tIns="91425" rIns="91425" bIns="91425" anchor="t" anchorCtr="0">
            <a:noAutofit/>
          </a:bodyPr>
          <a:lstStyle>
            <a:lvl1pPr marL="457200" lvl="0" indent="-228600" algn="ctr">
              <a:lnSpc>
                <a:spcPct val="114000"/>
              </a:lnSpc>
              <a:spcBef>
                <a:spcPts val="0"/>
              </a:spcBef>
              <a:spcAft>
                <a:spcPts val="0"/>
              </a:spcAft>
              <a:buClr>
                <a:srgbClr val="404040"/>
              </a:buClr>
              <a:buSzPts val="2800"/>
              <a:buNone/>
              <a:defRPr sz="2800" b="1" i="0" u="none" strike="noStrike" cap="none">
                <a:solidFill>
                  <a:srgbClr val="404040"/>
                </a:solidFill>
                <a:latin typeface="Open Sans"/>
                <a:ea typeface="Open Sans"/>
                <a:cs typeface="Open Sans"/>
                <a:sym typeface="Open Sans"/>
              </a:defRPr>
            </a:lvl1pPr>
            <a:lvl2pPr marL="914400" lvl="1" indent="-381000" algn="l">
              <a:lnSpc>
                <a:spcPct val="90000"/>
              </a:lnSpc>
              <a:spcBef>
                <a:spcPts val="500"/>
              </a:spcBef>
              <a:spcAft>
                <a:spcPts val="0"/>
              </a:spcAft>
              <a:buClr>
                <a:srgbClr val="3F3F3F"/>
              </a:buClr>
              <a:buSzPts val="2400"/>
              <a:buChar char="•"/>
              <a:defRPr/>
            </a:lvl2pPr>
            <a:lvl3pPr marL="1371600" lvl="2" indent="-355600" algn="l">
              <a:lnSpc>
                <a:spcPct val="90000"/>
              </a:lnSpc>
              <a:spcBef>
                <a:spcPts val="500"/>
              </a:spcBef>
              <a:spcAft>
                <a:spcPts val="0"/>
              </a:spcAft>
              <a:buClr>
                <a:srgbClr val="3F3F3F"/>
              </a:buClr>
              <a:buSzPts val="20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Slide">
  <p:cSld name="Content Slide">
    <p:spTree>
      <p:nvGrpSpPr>
        <p:cNvPr id="1" name="Shape 35"/>
        <p:cNvGrpSpPr/>
        <p:nvPr/>
      </p:nvGrpSpPr>
      <p:grpSpPr>
        <a:xfrm>
          <a:off x="0" y="0"/>
          <a:ext cx="0" cy="0"/>
          <a:chOff x="0" y="0"/>
          <a:chExt cx="0" cy="0"/>
        </a:xfrm>
      </p:grpSpPr>
      <p:pic>
        <p:nvPicPr>
          <p:cNvPr id="36" name="Google Shape;36;p136"/>
          <p:cNvPicPr preferRelativeResize="0"/>
          <p:nvPr/>
        </p:nvPicPr>
        <p:blipFill rotWithShape="1">
          <a:blip r:embed="rId2">
            <a:alphaModFix/>
          </a:blip>
          <a:srcRect/>
          <a:stretch/>
        </p:blipFill>
        <p:spPr>
          <a:xfrm>
            <a:off x="0" y="0"/>
            <a:ext cx="16255999" cy="9143999"/>
          </a:xfrm>
          <a:prstGeom prst="rect">
            <a:avLst/>
          </a:prstGeom>
          <a:noFill/>
          <a:ln>
            <a:noFill/>
          </a:ln>
        </p:spPr>
      </p:pic>
      <p:sp>
        <p:nvSpPr>
          <p:cNvPr id="37" name="Google Shape;37;p136"/>
          <p:cNvSpPr txBox="1">
            <a:spLocks noGrp="1"/>
          </p:cNvSpPr>
          <p:nvPr>
            <p:ph type="body" idx="1"/>
          </p:nvPr>
        </p:nvSpPr>
        <p:spPr>
          <a:xfrm>
            <a:off x="1291858" y="2603120"/>
            <a:ext cx="13696998" cy="5527418"/>
          </a:xfrm>
          <a:prstGeom prst="rect">
            <a:avLst/>
          </a:prstGeom>
          <a:noFill/>
          <a:ln>
            <a:noFill/>
          </a:ln>
        </p:spPr>
        <p:txBody>
          <a:bodyPr spcFirstLastPara="1" wrap="square" lIns="91425" tIns="0" rIns="91425" bIns="0" anchor="t" anchorCtr="0">
            <a:normAutofit/>
          </a:bodyPr>
          <a:lstStyle>
            <a:lvl1pPr marL="457200" lvl="0" indent="-228600" algn="l">
              <a:lnSpc>
                <a:spcPct val="114000"/>
              </a:lnSpc>
              <a:spcBef>
                <a:spcPts val="0"/>
              </a:spcBef>
              <a:spcAft>
                <a:spcPts val="0"/>
              </a:spcAft>
              <a:buClr>
                <a:srgbClr val="3F3F3F"/>
              </a:buClr>
              <a:buSzPts val="2200"/>
              <a:buNone/>
              <a:defRPr sz="2200">
                <a:solidFill>
                  <a:srgbClr val="3F3F3F"/>
                </a:solidFill>
                <a:latin typeface="Open Sans"/>
                <a:ea typeface="Open Sans"/>
                <a:cs typeface="Open Sans"/>
                <a:sym typeface="Open Sans"/>
              </a:defRPr>
            </a:lvl1pPr>
            <a:lvl2pPr marL="914400" lvl="1" indent="-342900" algn="l">
              <a:lnSpc>
                <a:spcPct val="114000"/>
              </a:lnSpc>
              <a:spcBef>
                <a:spcPts val="500"/>
              </a:spcBef>
              <a:spcAft>
                <a:spcPts val="0"/>
              </a:spcAft>
              <a:buClr>
                <a:srgbClr val="3F3F3F"/>
              </a:buClr>
              <a:buSzPts val="1800"/>
              <a:buChar char="•"/>
              <a:defRPr/>
            </a:lvl2pPr>
            <a:lvl3pPr marL="1371600" lvl="2" indent="-342900" algn="l">
              <a:lnSpc>
                <a:spcPct val="114000"/>
              </a:lnSpc>
              <a:spcBef>
                <a:spcPts val="500"/>
              </a:spcBef>
              <a:spcAft>
                <a:spcPts val="0"/>
              </a:spcAft>
              <a:buClr>
                <a:srgbClr val="3F3F3F"/>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 name="Google Shape;38;p136"/>
          <p:cNvSpPr txBox="1">
            <a:spLocks noGrp="1"/>
          </p:cNvSpPr>
          <p:nvPr>
            <p:ph type="body" idx="2"/>
          </p:nvPr>
        </p:nvSpPr>
        <p:spPr>
          <a:xfrm>
            <a:off x="1291857" y="1512833"/>
            <a:ext cx="13696999" cy="903776"/>
          </a:xfrm>
          <a:prstGeom prst="rect">
            <a:avLst/>
          </a:prstGeom>
          <a:noFill/>
          <a:ln>
            <a:noFill/>
          </a:ln>
        </p:spPr>
        <p:txBody>
          <a:bodyPr spcFirstLastPara="1" wrap="square" lIns="91425" tIns="0" rIns="91425" bIns="0" anchor="t" anchorCtr="0">
            <a:normAutofit/>
          </a:bodyPr>
          <a:lstStyle>
            <a:lvl1pPr marL="457200" lvl="0" indent="-228600" algn="ctr">
              <a:lnSpc>
                <a:spcPct val="115000"/>
              </a:lnSpc>
              <a:spcBef>
                <a:spcPts val="0"/>
              </a:spcBef>
              <a:spcAft>
                <a:spcPts val="0"/>
              </a:spcAft>
              <a:buClr>
                <a:srgbClr val="3F3F3F"/>
              </a:buClr>
              <a:buSzPts val="2800"/>
              <a:buFont typeface="Arial"/>
              <a:buNone/>
              <a:defRPr sz="2200">
                <a:solidFill>
                  <a:srgbClr val="3F3F3F"/>
                </a:solidFill>
                <a:latin typeface="Open Sans"/>
                <a:ea typeface="Open Sans"/>
                <a:cs typeface="Open Sans"/>
                <a:sym typeface="Open Sans"/>
              </a:defRPr>
            </a:lvl1pPr>
            <a:lvl2pPr marL="914400" lvl="1" indent="-381000" algn="l">
              <a:lnSpc>
                <a:spcPct val="90000"/>
              </a:lnSpc>
              <a:spcBef>
                <a:spcPts val="500"/>
              </a:spcBef>
              <a:spcAft>
                <a:spcPts val="0"/>
              </a:spcAft>
              <a:buClr>
                <a:srgbClr val="3F3F3F"/>
              </a:buClr>
              <a:buSzPts val="2400"/>
              <a:buChar char="•"/>
              <a:defRPr/>
            </a:lvl2pPr>
            <a:lvl3pPr marL="1371600" lvl="2" indent="-355600" algn="l">
              <a:lnSpc>
                <a:spcPct val="90000"/>
              </a:lnSpc>
              <a:spcBef>
                <a:spcPts val="500"/>
              </a:spcBef>
              <a:spcAft>
                <a:spcPts val="0"/>
              </a:spcAft>
              <a:buClr>
                <a:srgbClr val="3F3F3F"/>
              </a:buClr>
              <a:buSzPts val="20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39" name="Google Shape;39;p136" descr="A picture containing colorfulness, pattern, rectangle, screenshot&#10;&#10;Description automatically generated"/>
          <p:cNvPicPr preferRelativeResize="0"/>
          <p:nvPr/>
        </p:nvPicPr>
        <p:blipFill rotWithShape="1">
          <a:blip r:embed="rId3">
            <a:alphaModFix/>
          </a:blip>
          <a:srcRect/>
          <a:stretch/>
        </p:blipFill>
        <p:spPr>
          <a:xfrm>
            <a:off x="16566008" y="913238"/>
            <a:ext cx="1219478" cy="7291461"/>
          </a:xfrm>
          <a:prstGeom prst="rect">
            <a:avLst/>
          </a:prstGeom>
          <a:noFill/>
          <a:ln>
            <a:noFill/>
          </a:ln>
        </p:spPr>
      </p:pic>
      <p:sp>
        <p:nvSpPr>
          <p:cNvPr id="40" name="Google Shape;40;p136"/>
          <p:cNvSpPr txBox="1">
            <a:spLocks noGrp="1"/>
          </p:cNvSpPr>
          <p:nvPr>
            <p:ph type="title"/>
          </p:nvPr>
        </p:nvSpPr>
        <p:spPr>
          <a:xfrm>
            <a:off x="-10160" y="229878"/>
            <a:ext cx="16276320" cy="687244"/>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3F3F3F"/>
              </a:buClr>
              <a:buSzPts val="4400"/>
              <a:buFont typeface="Arial"/>
              <a:buNone/>
              <a:defRPr sz="2800" b="1">
                <a:solidFill>
                  <a:srgbClr val="3F3F3F"/>
                </a:solidFill>
                <a:latin typeface="Open Sans"/>
                <a:ea typeface="Open Sans"/>
                <a:cs typeface="Open Sans"/>
                <a:sym typeface="Open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Assisted Practice">
  <p:cSld name="Assisted Practice">
    <p:spTree>
      <p:nvGrpSpPr>
        <p:cNvPr id="1" name="Shape 41"/>
        <p:cNvGrpSpPr/>
        <p:nvPr/>
      </p:nvGrpSpPr>
      <p:grpSpPr>
        <a:xfrm>
          <a:off x="0" y="0"/>
          <a:ext cx="0" cy="0"/>
          <a:chOff x="0" y="0"/>
          <a:chExt cx="0" cy="0"/>
        </a:xfrm>
      </p:grpSpPr>
      <p:pic>
        <p:nvPicPr>
          <p:cNvPr id="42" name="Google Shape;42;p137"/>
          <p:cNvPicPr preferRelativeResize="0"/>
          <p:nvPr/>
        </p:nvPicPr>
        <p:blipFill rotWithShape="1">
          <a:blip r:embed="rId2">
            <a:alphaModFix/>
          </a:blip>
          <a:srcRect/>
          <a:stretch/>
        </p:blipFill>
        <p:spPr>
          <a:xfrm>
            <a:off x="0" y="0"/>
            <a:ext cx="16255998" cy="9143999"/>
          </a:xfrm>
          <a:prstGeom prst="rect">
            <a:avLst/>
          </a:prstGeom>
          <a:noFill/>
          <a:ln>
            <a:noFill/>
          </a:ln>
        </p:spPr>
      </p:pic>
      <p:pic>
        <p:nvPicPr>
          <p:cNvPr id="43" name="Google Shape;43;p137"/>
          <p:cNvPicPr preferRelativeResize="0"/>
          <p:nvPr/>
        </p:nvPicPr>
        <p:blipFill rotWithShape="1">
          <a:blip r:embed="rId3">
            <a:alphaModFix/>
          </a:blip>
          <a:srcRect/>
          <a:stretch/>
        </p:blipFill>
        <p:spPr>
          <a:xfrm>
            <a:off x="0" y="0"/>
            <a:ext cx="16255999" cy="9144000"/>
          </a:xfrm>
          <a:prstGeom prst="rect">
            <a:avLst/>
          </a:prstGeom>
          <a:noFill/>
          <a:ln>
            <a:noFill/>
          </a:ln>
        </p:spPr>
      </p:pic>
      <p:sp>
        <p:nvSpPr>
          <p:cNvPr id="44" name="Google Shape;44;p137"/>
          <p:cNvSpPr txBox="1">
            <a:spLocks noGrp="1"/>
          </p:cNvSpPr>
          <p:nvPr>
            <p:ph type="title"/>
          </p:nvPr>
        </p:nvSpPr>
        <p:spPr>
          <a:xfrm>
            <a:off x="1297626" y="436395"/>
            <a:ext cx="9696532" cy="665045"/>
          </a:xfrm>
          <a:prstGeom prst="rect">
            <a:avLst/>
          </a:prstGeom>
          <a:noFill/>
          <a:ln>
            <a:noFill/>
          </a:ln>
        </p:spPr>
        <p:txBody>
          <a:bodyPr spcFirstLastPara="1" wrap="square" lIns="91425" tIns="45700" rIns="91425" bIns="45700" anchor="ctr" anchorCtr="0">
            <a:noAutofit/>
          </a:bodyPr>
          <a:lstStyle>
            <a:lvl1pPr lvl="0" algn="l">
              <a:lnSpc>
                <a:spcPct val="114000"/>
              </a:lnSpc>
              <a:spcBef>
                <a:spcPts val="0"/>
              </a:spcBef>
              <a:spcAft>
                <a:spcPts val="0"/>
              </a:spcAft>
              <a:buClr>
                <a:schemeClr val="lt1"/>
              </a:buClr>
              <a:buSzPts val="4400"/>
              <a:buFont typeface="Arial"/>
              <a:buNone/>
              <a:defRPr sz="2800" b="1">
                <a:solidFill>
                  <a:schemeClr val="lt1"/>
                </a:solidFill>
                <a:latin typeface="Open Sans"/>
                <a:ea typeface="Open Sans"/>
                <a:cs typeface="Open Sans"/>
                <a:sym typeface="Open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37"/>
          <p:cNvSpPr txBox="1">
            <a:spLocks noGrp="1"/>
          </p:cNvSpPr>
          <p:nvPr>
            <p:ph type="body" idx="1"/>
          </p:nvPr>
        </p:nvSpPr>
        <p:spPr>
          <a:xfrm>
            <a:off x="1291857" y="2854366"/>
            <a:ext cx="13696999" cy="5389521"/>
          </a:xfrm>
          <a:prstGeom prst="rect">
            <a:avLst/>
          </a:prstGeom>
          <a:noFill/>
          <a:ln>
            <a:noFill/>
          </a:ln>
        </p:spPr>
        <p:txBody>
          <a:bodyPr spcFirstLastPara="1" wrap="square" lIns="91425" tIns="45700" rIns="91425" bIns="45700" anchor="t" anchorCtr="0">
            <a:normAutofit/>
          </a:bodyPr>
          <a:lstStyle>
            <a:lvl1pPr marL="457200" lvl="0" indent="-228600" algn="ctr">
              <a:lnSpc>
                <a:spcPct val="114000"/>
              </a:lnSpc>
              <a:spcBef>
                <a:spcPts val="0"/>
              </a:spcBef>
              <a:spcAft>
                <a:spcPts val="0"/>
              </a:spcAft>
              <a:buClr>
                <a:srgbClr val="404040"/>
              </a:buClr>
              <a:buSzPts val="2200"/>
              <a:buFont typeface="Arial"/>
              <a:buNone/>
              <a:defRPr sz="2200">
                <a:solidFill>
                  <a:srgbClr val="404040"/>
                </a:solidFill>
                <a:latin typeface="Open Sans"/>
                <a:ea typeface="Open Sans"/>
                <a:cs typeface="Open Sans"/>
                <a:sym typeface="Open Sans"/>
              </a:defRPr>
            </a:lvl1pPr>
            <a:lvl2pPr marL="914400" lvl="1" indent="-228600" algn="l">
              <a:lnSpc>
                <a:spcPct val="114000"/>
              </a:lnSpc>
              <a:spcBef>
                <a:spcPts val="1000"/>
              </a:spcBef>
              <a:spcAft>
                <a:spcPts val="0"/>
              </a:spcAft>
              <a:buClr>
                <a:srgbClr val="404040"/>
              </a:buClr>
              <a:buSzPts val="2200"/>
              <a:buFont typeface="Open Sans"/>
              <a:buNone/>
              <a:defRPr sz="2200">
                <a:solidFill>
                  <a:srgbClr val="404040"/>
                </a:solidFill>
                <a:latin typeface="Open Sans"/>
                <a:ea typeface="Open Sans"/>
                <a:cs typeface="Open Sans"/>
                <a:sym typeface="Open Sans"/>
              </a:defRPr>
            </a:lvl2pPr>
            <a:lvl3pPr marL="1371600" lvl="2" indent="-228600" algn="l">
              <a:lnSpc>
                <a:spcPct val="114000"/>
              </a:lnSpc>
              <a:spcBef>
                <a:spcPts val="1000"/>
              </a:spcBef>
              <a:spcAft>
                <a:spcPts val="0"/>
              </a:spcAft>
              <a:buClr>
                <a:srgbClr val="404040"/>
              </a:buClr>
              <a:buSzPts val="2200"/>
              <a:buFont typeface="Open Sans"/>
              <a:buNone/>
              <a:defRPr sz="2200">
                <a:solidFill>
                  <a:srgbClr val="404040"/>
                </a:solidFill>
                <a:latin typeface="Open Sans"/>
                <a:ea typeface="Open Sans"/>
                <a:cs typeface="Open Sans"/>
                <a:sym typeface="Open Sans"/>
              </a:defRPr>
            </a:lvl3pPr>
            <a:lvl4pPr marL="1828800" lvl="3" indent="-228600" algn="l">
              <a:lnSpc>
                <a:spcPct val="114000"/>
              </a:lnSpc>
              <a:spcBef>
                <a:spcPts val="1000"/>
              </a:spcBef>
              <a:spcAft>
                <a:spcPts val="0"/>
              </a:spcAft>
              <a:buClr>
                <a:srgbClr val="404040"/>
              </a:buClr>
              <a:buSzPts val="2200"/>
              <a:buFont typeface="Open Sans"/>
              <a:buNone/>
              <a:defRPr sz="2200">
                <a:solidFill>
                  <a:srgbClr val="404040"/>
                </a:solidFill>
                <a:latin typeface="Open Sans"/>
                <a:ea typeface="Open Sans"/>
                <a:cs typeface="Open Sans"/>
                <a:sym typeface="Open Sans"/>
              </a:defRPr>
            </a:lvl4pPr>
            <a:lvl5pPr marL="2286000" lvl="4" indent="-228600" algn="l">
              <a:lnSpc>
                <a:spcPct val="114000"/>
              </a:lnSpc>
              <a:spcBef>
                <a:spcPts val="1000"/>
              </a:spcBef>
              <a:spcAft>
                <a:spcPts val="0"/>
              </a:spcAft>
              <a:buClr>
                <a:srgbClr val="404040"/>
              </a:buClr>
              <a:buSzPts val="2200"/>
              <a:buFont typeface="Open Sans"/>
              <a:buNone/>
              <a:defRPr sz="2200">
                <a:solidFill>
                  <a:srgbClr val="404040"/>
                </a:solidFill>
                <a:latin typeface="Open Sans"/>
                <a:ea typeface="Open Sans"/>
                <a:cs typeface="Open Sans"/>
                <a:sym typeface="Open Sans"/>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137"/>
          <p:cNvSpPr txBox="1">
            <a:spLocks noGrp="1"/>
          </p:cNvSpPr>
          <p:nvPr>
            <p:ph type="body" idx="2"/>
          </p:nvPr>
        </p:nvSpPr>
        <p:spPr>
          <a:xfrm>
            <a:off x="1291857" y="1795807"/>
            <a:ext cx="13696999" cy="814506"/>
          </a:xfrm>
          <a:prstGeom prst="rect">
            <a:avLst/>
          </a:prstGeom>
          <a:noFill/>
          <a:ln>
            <a:noFill/>
          </a:ln>
        </p:spPr>
        <p:txBody>
          <a:bodyPr spcFirstLastPara="1" wrap="square" lIns="91425" tIns="45700" rIns="91425" bIns="45700" anchor="t" anchorCtr="0">
            <a:normAutofit/>
          </a:bodyPr>
          <a:lstStyle>
            <a:lvl1pPr marL="457200" lvl="0" indent="-228600" algn="ctr">
              <a:lnSpc>
                <a:spcPct val="114000"/>
              </a:lnSpc>
              <a:spcBef>
                <a:spcPts val="0"/>
              </a:spcBef>
              <a:spcAft>
                <a:spcPts val="0"/>
              </a:spcAft>
              <a:buClr>
                <a:srgbClr val="404040"/>
              </a:buClr>
              <a:buSzPts val="2200"/>
              <a:buFont typeface="Arial"/>
              <a:buNone/>
              <a:defRPr sz="2200">
                <a:solidFill>
                  <a:srgbClr val="404040"/>
                </a:solidFill>
                <a:latin typeface="Open Sans"/>
                <a:ea typeface="Open Sans"/>
                <a:cs typeface="Open Sans"/>
                <a:sym typeface="Open Sans"/>
              </a:defRPr>
            </a:lvl1pPr>
            <a:lvl2pPr marL="914400" lvl="1" indent="-228600" algn="l">
              <a:lnSpc>
                <a:spcPct val="114000"/>
              </a:lnSpc>
              <a:spcBef>
                <a:spcPts val="1000"/>
              </a:spcBef>
              <a:spcAft>
                <a:spcPts val="0"/>
              </a:spcAft>
              <a:buClr>
                <a:srgbClr val="404040"/>
              </a:buClr>
              <a:buSzPts val="2200"/>
              <a:buFont typeface="Open Sans"/>
              <a:buNone/>
              <a:defRPr sz="2200">
                <a:solidFill>
                  <a:srgbClr val="404040"/>
                </a:solidFill>
                <a:latin typeface="Open Sans"/>
                <a:ea typeface="Open Sans"/>
                <a:cs typeface="Open Sans"/>
                <a:sym typeface="Open Sans"/>
              </a:defRPr>
            </a:lvl2pPr>
            <a:lvl3pPr marL="1371600" lvl="2" indent="-228600" algn="l">
              <a:lnSpc>
                <a:spcPct val="114000"/>
              </a:lnSpc>
              <a:spcBef>
                <a:spcPts val="1000"/>
              </a:spcBef>
              <a:spcAft>
                <a:spcPts val="0"/>
              </a:spcAft>
              <a:buClr>
                <a:srgbClr val="404040"/>
              </a:buClr>
              <a:buSzPts val="2200"/>
              <a:buFont typeface="Open Sans"/>
              <a:buNone/>
              <a:defRPr sz="2200">
                <a:solidFill>
                  <a:srgbClr val="404040"/>
                </a:solidFill>
                <a:latin typeface="Open Sans"/>
                <a:ea typeface="Open Sans"/>
                <a:cs typeface="Open Sans"/>
                <a:sym typeface="Open Sans"/>
              </a:defRPr>
            </a:lvl3pPr>
            <a:lvl4pPr marL="1828800" lvl="3" indent="-228600" algn="l">
              <a:lnSpc>
                <a:spcPct val="114000"/>
              </a:lnSpc>
              <a:spcBef>
                <a:spcPts val="1000"/>
              </a:spcBef>
              <a:spcAft>
                <a:spcPts val="0"/>
              </a:spcAft>
              <a:buClr>
                <a:srgbClr val="404040"/>
              </a:buClr>
              <a:buSzPts val="2200"/>
              <a:buFont typeface="Open Sans"/>
              <a:buNone/>
              <a:defRPr sz="2200">
                <a:solidFill>
                  <a:srgbClr val="404040"/>
                </a:solidFill>
                <a:latin typeface="Open Sans"/>
                <a:ea typeface="Open Sans"/>
                <a:cs typeface="Open Sans"/>
                <a:sym typeface="Open Sans"/>
              </a:defRPr>
            </a:lvl4pPr>
            <a:lvl5pPr marL="2286000" lvl="4" indent="-228600" algn="l">
              <a:lnSpc>
                <a:spcPct val="114000"/>
              </a:lnSpc>
              <a:spcBef>
                <a:spcPts val="1000"/>
              </a:spcBef>
              <a:spcAft>
                <a:spcPts val="0"/>
              </a:spcAft>
              <a:buClr>
                <a:srgbClr val="404040"/>
              </a:buClr>
              <a:buSzPts val="2200"/>
              <a:buFont typeface="Open Sans"/>
              <a:buNone/>
              <a:defRPr sz="2200">
                <a:solidFill>
                  <a:srgbClr val="404040"/>
                </a:solidFill>
                <a:latin typeface="Open Sans"/>
                <a:ea typeface="Open Sans"/>
                <a:cs typeface="Open Sans"/>
                <a:sym typeface="Open Sans"/>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Key Takeaways">
  <p:cSld name="Key Takeaways">
    <p:spTree>
      <p:nvGrpSpPr>
        <p:cNvPr id="1" name="Shape 47"/>
        <p:cNvGrpSpPr/>
        <p:nvPr/>
      </p:nvGrpSpPr>
      <p:grpSpPr>
        <a:xfrm>
          <a:off x="0" y="0"/>
          <a:ext cx="0" cy="0"/>
          <a:chOff x="0" y="0"/>
          <a:chExt cx="0" cy="0"/>
        </a:xfrm>
      </p:grpSpPr>
      <p:pic>
        <p:nvPicPr>
          <p:cNvPr id="48" name="Google Shape;48;p138"/>
          <p:cNvPicPr preferRelativeResize="0"/>
          <p:nvPr/>
        </p:nvPicPr>
        <p:blipFill rotWithShape="1">
          <a:blip r:embed="rId2">
            <a:alphaModFix/>
          </a:blip>
          <a:srcRect/>
          <a:stretch/>
        </p:blipFill>
        <p:spPr>
          <a:xfrm>
            <a:off x="0" y="0"/>
            <a:ext cx="16255999" cy="9143999"/>
          </a:xfrm>
          <a:prstGeom prst="rect">
            <a:avLst/>
          </a:prstGeom>
          <a:noFill/>
          <a:ln>
            <a:noFill/>
          </a:ln>
        </p:spPr>
      </p:pic>
      <p:sp>
        <p:nvSpPr>
          <p:cNvPr id="49" name="Google Shape;49;p138"/>
          <p:cNvSpPr/>
          <p:nvPr/>
        </p:nvSpPr>
        <p:spPr>
          <a:xfrm>
            <a:off x="2747395" y="274390"/>
            <a:ext cx="4819800" cy="523200"/>
          </a:xfrm>
          <a:prstGeom prst="rect">
            <a:avLst/>
          </a:prstGeom>
          <a:noFill/>
          <a:ln>
            <a:noFill/>
          </a:ln>
        </p:spPr>
        <p:txBody>
          <a:bodyPr spcFirstLastPara="1" wrap="square" lIns="91425" tIns="45700" rIns="91425" bIns="45700" anchor="t" anchorCtr="0">
            <a:spAutoFit/>
          </a:bodyPr>
          <a:lstStyle/>
          <a:p>
            <a:pPr marL="228600" marR="0" lvl="0" indent="0" algn="ctr" rtl="0">
              <a:lnSpc>
                <a:spcPct val="100000"/>
              </a:lnSpc>
              <a:spcBef>
                <a:spcPts val="0"/>
              </a:spcBef>
              <a:spcAft>
                <a:spcPts val="0"/>
              </a:spcAft>
              <a:buClr>
                <a:srgbClr val="3F3F3F"/>
              </a:buClr>
              <a:buSzPts val="2200"/>
              <a:buFont typeface="Arial"/>
              <a:buNone/>
            </a:pPr>
            <a:r>
              <a:rPr lang="en-US" sz="2800" b="1" i="0" u="none" strike="noStrike" cap="none">
                <a:solidFill>
                  <a:srgbClr val="3F3F3F"/>
                </a:solidFill>
                <a:latin typeface="Open Sans"/>
                <a:ea typeface="Open Sans"/>
                <a:cs typeface="Open Sans"/>
                <a:sym typeface="Open Sans"/>
              </a:rPr>
              <a:t>Key Takeaways</a:t>
            </a:r>
            <a:endParaRPr sz="1400" b="0" i="0" u="none" strike="noStrike" cap="none">
              <a:solidFill>
                <a:srgbClr val="000000"/>
              </a:solidFill>
              <a:latin typeface="Arial"/>
              <a:ea typeface="Arial"/>
              <a:cs typeface="Arial"/>
              <a:sym typeface="Arial"/>
            </a:endParaRPr>
          </a:p>
        </p:txBody>
      </p:sp>
      <p:sp>
        <p:nvSpPr>
          <p:cNvPr id="50" name="Google Shape;50;p138"/>
          <p:cNvSpPr/>
          <p:nvPr/>
        </p:nvSpPr>
        <p:spPr>
          <a:xfrm>
            <a:off x="3468553" y="837660"/>
            <a:ext cx="3377485" cy="38100"/>
          </a:xfrm>
          <a:prstGeom prst="ellipse">
            <a:avLst/>
          </a:prstGeom>
          <a:gradFill>
            <a:gsLst>
              <a:gs pos="0">
                <a:srgbClr val="FFFFFF">
                  <a:alpha val="0"/>
                </a:srgbClr>
              </a:gs>
              <a:gs pos="25000">
                <a:srgbClr val="3645A9"/>
              </a:gs>
              <a:gs pos="50000">
                <a:srgbClr val="3645A9"/>
              </a:gs>
              <a:gs pos="75000">
                <a:srgbClr val="3645A9"/>
              </a:gs>
              <a:gs pos="100000">
                <a:srgbClr val="FFFFFF">
                  <a:alpha val="0"/>
                </a:srgbClr>
              </a:gs>
            </a:gsLst>
            <a:lin ang="10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1" name="Google Shape;51;p138"/>
          <p:cNvSpPr txBox="1">
            <a:spLocks noGrp="1"/>
          </p:cNvSpPr>
          <p:nvPr>
            <p:ph type="body" idx="1"/>
          </p:nvPr>
        </p:nvSpPr>
        <p:spPr>
          <a:xfrm>
            <a:off x="1332875" y="1967907"/>
            <a:ext cx="9036000" cy="1011600"/>
          </a:xfrm>
          <a:prstGeom prst="rect">
            <a:avLst/>
          </a:prstGeom>
          <a:noFill/>
          <a:ln>
            <a:noFill/>
          </a:ln>
        </p:spPr>
        <p:txBody>
          <a:bodyPr spcFirstLastPara="1" wrap="square" lIns="91425" tIns="45700" rIns="91425" bIns="45700" anchor="t" anchorCtr="0">
            <a:normAutofit/>
          </a:bodyPr>
          <a:lstStyle>
            <a:lvl1pPr marL="457200" lvl="0" indent="-228600" algn="l">
              <a:lnSpc>
                <a:spcPct val="114000"/>
              </a:lnSpc>
              <a:spcBef>
                <a:spcPts val="1000"/>
              </a:spcBef>
              <a:spcAft>
                <a:spcPts val="0"/>
              </a:spcAft>
              <a:buClr>
                <a:srgbClr val="3F3F3F"/>
              </a:buClr>
              <a:buSzPts val="2200"/>
              <a:buNone/>
              <a:defRPr/>
            </a:lvl1pPr>
            <a:lvl2pPr marL="914400" lvl="1" indent="-342900" algn="l">
              <a:lnSpc>
                <a:spcPct val="114000"/>
              </a:lnSpc>
              <a:spcBef>
                <a:spcPts val="500"/>
              </a:spcBef>
              <a:spcAft>
                <a:spcPts val="0"/>
              </a:spcAft>
              <a:buClr>
                <a:srgbClr val="3F3F3F"/>
              </a:buClr>
              <a:buSzPts val="1800"/>
              <a:buChar char="•"/>
              <a:defRPr/>
            </a:lvl2pPr>
            <a:lvl3pPr marL="1371600" lvl="2" indent="-342900" algn="l">
              <a:lnSpc>
                <a:spcPct val="114000"/>
              </a:lnSpc>
              <a:spcBef>
                <a:spcPts val="500"/>
              </a:spcBef>
              <a:spcAft>
                <a:spcPts val="0"/>
              </a:spcAft>
              <a:buClr>
                <a:srgbClr val="3F3F3F"/>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2" name="Google Shape;52;p138"/>
          <p:cNvSpPr txBox="1">
            <a:spLocks noGrp="1"/>
          </p:cNvSpPr>
          <p:nvPr>
            <p:ph type="body" idx="2"/>
          </p:nvPr>
        </p:nvSpPr>
        <p:spPr>
          <a:xfrm>
            <a:off x="1332356" y="2755555"/>
            <a:ext cx="9036000" cy="1011600"/>
          </a:xfrm>
          <a:prstGeom prst="rect">
            <a:avLst/>
          </a:prstGeom>
          <a:noFill/>
          <a:ln>
            <a:noFill/>
          </a:ln>
        </p:spPr>
        <p:txBody>
          <a:bodyPr spcFirstLastPara="1" wrap="square" lIns="91425" tIns="45700" rIns="91425" bIns="45700" anchor="t" anchorCtr="0">
            <a:normAutofit/>
          </a:bodyPr>
          <a:lstStyle>
            <a:lvl1pPr marL="457200" lvl="0" indent="-228600" algn="l">
              <a:lnSpc>
                <a:spcPct val="114000"/>
              </a:lnSpc>
              <a:spcBef>
                <a:spcPts val="0"/>
              </a:spcBef>
              <a:spcAft>
                <a:spcPts val="0"/>
              </a:spcAft>
              <a:buClr>
                <a:srgbClr val="3F3F3F"/>
              </a:buClr>
              <a:buSzPts val="2200"/>
              <a:buFont typeface="Arial"/>
              <a:buNone/>
              <a:defRPr/>
            </a:lvl1pPr>
            <a:lvl2pPr marL="914400" lvl="1" indent="-368300" algn="l">
              <a:lnSpc>
                <a:spcPct val="114000"/>
              </a:lnSpc>
              <a:spcBef>
                <a:spcPts val="0"/>
              </a:spcBef>
              <a:spcAft>
                <a:spcPts val="0"/>
              </a:spcAft>
              <a:buClr>
                <a:srgbClr val="3F3F3F"/>
              </a:buClr>
              <a:buSzPts val="2200"/>
              <a:buChar char="•"/>
              <a:defRPr/>
            </a:lvl2pPr>
            <a:lvl3pPr marL="1371600" lvl="2" indent="-368300" algn="l">
              <a:lnSpc>
                <a:spcPct val="114000"/>
              </a:lnSpc>
              <a:spcBef>
                <a:spcPts val="0"/>
              </a:spcBef>
              <a:spcAft>
                <a:spcPts val="0"/>
              </a:spcAft>
              <a:buClr>
                <a:srgbClr val="3F3F3F"/>
              </a:buClr>
              <a:buSzPts val="22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3" name="Google Shape;53;p138"/>
          <p:cNvSpPr txBox="1">
            <a:spLocks noGrp="1"/>
          </p:cNvSpPr>
          <p:nvPr>
            <p:ph type="body" idx="3"/>
          </p:nvPr>
        </p:nvSpPr>
        <p:spPr>
          <a:xfrm>
            <a:off x="1331837" y="3567917"/>
            <a:ext cx="9036000" cy="1011600"/>
          </a:xfrm>
          <a:prstGeom prst="rect">
            <a:avLst/>
          </a:prstGeom>
          <a:noFill/>
          <a:ln>
            <a:noFill/>
          </a:ln>
        </p:spPr>
        <p:txBody>
          <a:bodyPr spcFirstLastPara="1" wrap="square" lIns="91425" tIns="45700" rIns="91425" bIns="45700" anchor="t" anchorCtr="0">
            <a:normAutofit/>
          </a:bodyPr>
          <a:lstStyle>
            <a:lvl1pPr marL="457200" lvl="0" indent="-228600" algn="l">
              <a:lnSpc>
                <a:spcPct val="114000"/>
              </a:lnSpc>
              <a:spcBef>
                <a:spcPts val="0"/>
              </a:spcBef>
              <a:spcAft>
                <a:spcPts val="0"/>
              </a:spcAft>
              <a:buClr>
                <a:srgbClr val="3F3F3F"/>
              </a:buClr>
              <a:buSzPts val="2200"/>
              <a:buFont typeface="Arial"/>
              <a:buNone/>
              <a:defRPr/>
            </a:lvl1pPr>
            <a:lvl2pPr marL="914400" lvl="1" indent="-368300" algn="l">
              <a:lnSpc>
                <a:spcPct val="114000"/>
              </a:lnSpc>
              <a:spcBef>
                <a:spcPts val="0"/>
              </a:spcBef>
              <a:spcAft>
                <a:spcPts val="0"/>
              </a:spcAft>
              <a:buClr>
                <a:srgbClr val="3F3F3F"/>
              </a:buClr>
              <a:buSzPts val="2200"/>
              <a:buChar char="•"/>
              <a:defRPr/>
            </a:lvl2pPr>
            <a:lvl3pPr marL="1371600" lvl="2" indent="-368300" algn="l">
              <a:lnSpc>
                <a:spcPct val="114000"/>
              </a:lnSpc>
              <a:spcBef>
                <a:spcPts val="0"/>
              </a:spcBef>
              <a:spcAft>
                <a:spcPts val="0"/>
              </a:spcAft>
              <a:buClr>
                <a:srgbClr val="3F3F3F"/>
              </a:buClr>
              <a:buSzPts val="22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4" name="Google Shape;54;p138"/>
          <p:cNvSpPr txBox="1">
            <a:spLocks noGrp="1"/>
          </p:cNvSpPr>
          <p:nvPr>
            <p:ph type="body" idx="4"/>
          </p:nvPr>
        </p:nvSpPr>
        <p:spPr>
          <a:xfrm>
            <a:off x="1332873" y="4392637"/>
            <a:ext cx="9034445" cy="1010072"/>
          </a:xfrm>
          <a:prstGeom prst="rect">
            <a:avLst/>
          </a:prstGeom>
          <a:noFill/>
          <a:ln>
            <a:noFill/>
          </a:ln>
        </p:spPr>
        <p:txBody>
          <a:bodyPr spcFirstLastPara="1" wrap="square" lIns="91425" tIns="45700" rIns="91425" bIns="45700" anchor="t" anchorCtr="0">
            <a:normAutofit/>
          </a:bodyPr>
          <a:lstStyle>
            <a:lvl1pPr marL="457200" lvl="0" indent="-228600" algn="l">
              <a:lnSpc>
                <a:spcPct val="114000"/>
              </a:lnSpc>
              <a:spcBef>
                <a:spcPts val="0"/>
              </a:spcBef>
              <a:spcAft>
                <a:spcPts val="0"/>
              </a:spcAft>
              <a:buClr>
                <a:srgbClr val="3F3F3F"/>
              </a:buClr>
              <a:buSzPts val="2200"/>
              <a:buFont typeface="Arial"/>
              <a:buNone/>
              <a:defRPr/>
            </a:lvl1pPr>
            <a:lvl2pPr marL="914400" lvl="1" indent="-368300" algn="l">
              <a:lnSpc>
                <a:spcPct val="114000"/>
              </a:lnSpc>
              <a:spcBef>
                <a:spcPts val="0"/>
              </a:spcBef>
              <a:spcAft>
                <a:spcPts val="0"/>
              </a:spcAft>
              <a:buClr>
                <a:srgbClr val="3F3F3F"/>
              </a:buClr>
              <a:buSzPts val="2200"/>
              <a:buChar char="•"/>
              <a:defRPr/>
            </a:lvl2pPr>
            <a:lvl3pPr marL="1371600" lvl="2" indent="-368300" algn="l">
              <a:lnSpc>
                <a:spcPct val="114000"/>
              </a:lnSpc>
              <a:spcBef>
                <a:spcPts val="0"/>
              </a:spcBef>
              <a:spcAft>
                <a:spcPts val="0"/>
              </a:spcAft>
              <a:buClr>
                <a:srgbClr val="3F3F3F"/>
              </a:buClr>
              <a:buSzPts val="22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Knowledge Check ">
  <p:cSld name="Knowledge Check ">
    <p:spTree>
      <p:nvGrpSpPr>
        <p:cNvPr id="1" name="Shape 55"/>
        <p:cNvGrpSpPr/>
        <p:nvPr/>
      </p:nvGrpSpPr>
      <p:grpSpPr>
        <a:xfrm>
          <a:off x="0" y="0"/>
          <a:ext cx="0" cy="0"/>
          <a:chOff x="0" y="0"/>
          <a:chExt cx="0" cy="0"/>
        </a:xfrm>
      </p:grpSpPr>
      <p:pic>
        <p:nvPicPr>
          <p:cNvPr id="56" name="Google Shape;56;p139"/>
          <p:cNvPicPr preferRelativeResize="0"/>
          <p:nvPr/>
        </p:nvPicPr>
        <p:blipFill rotWithShape="1">
          <a:blip r:embed="rId2">
            <a:alphaModFix/>
          </a:blip>
          <a:srcRect/>
          <a:stretch/>
        </p:blipFill>
        <p:spPr>
          <a:xfrm>
            <a:off x="0" y="0"/>
            <a:ext cx="16255998" cy="9143998"/>
          </a:xfrm>
          <a:prstGeom prst="rect">
            <a:avLst/>
          </a:prstGeom>
          <a:noFill/>
          <a:ln>
            <a:noFill/>
          </a:ln>
        </p:spPr>
      </p:pic>
      <p:pic>
        <p:nvPicPr>
          <p:cNvPr id="57" name="Google Shape;57;p139" descr="A picture containing arrow&#10;&#10;Description automatically generated"/>
          <p:cNvPicPr preferRelativeResize="0"/>
          <p:nvPr/>
        </p:nvPicPr>
        <p:blipFill rotWithShape="1">
          <a:blip r:embed="rId3">
            <a:alphaModFix/>
          </a:blip>
          <a:srcRect/>
          <a:stretch/>
        </p:blipFill>
        <p:spPr>
          <a:xfrm>
            <a:off x="0" y="0"/>
            <a:ext cx="16256000" cy="9144000"/>
          </a:xfrm>
          <a:prstGeom prst="rect">
            <a:avLst/>
          </a:prstGeom>
          <a:noFill/>
          <a:ln>
            <a:noFill/>
          </a:ln>
        </p:spPr>
      </p:pic>
      <p:sp>
        <p:nvSpPr>
          <p:cNvPr id="58" name="Google Shape;58;p139"/>
          <p:cNvSpPr/>
          <p:nvPr/>
        </p:nvSpPr>
        <p:spPr>
          <a:xfrm>
            <a:off x="8955907" y="4310390"/>
            <a:ext cx="4819925" cy="430887"/>
          </a:xfrm>
          <a:prstGeom prst="rect">
            <a:avLst/>
          </a:prstGeom>
          <a:noFill/>
          <a:ln>
            <a:noFill/>
          </a:ln>
        </p:spPr>
        <p:txBody>
          <a:bodyPr spcFirstLastPara="1" wrap="square" lIns="91425" tIns="0" rIns="91425" bIns="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b="1" i="0" u="none" strike="noStrike" cap="none">
                <a:solidFill>
                  <a:srgbClr val="404040"/>
                </a:solidFill>
                <a:latin typeface="Open Sans"/>
                <a:ea typeface="Open Sans"/>
                <a:cs typeface="Open Sans"/>
                <a:sym typeface="Open Sans"/>
              </a:rPr>
              <a:t>Knowledge Check</a:t>
            </a:r>
            <a:endParaRPr sz="1400" b="0" i="0" u="none" strike="noStrike" cap="none">
              <a:solidFill>
                <a:srgbClr val="404040"/>
              </a:solidFill>
              <a:latin typeface="Arial"/>
              <a:ea typeface="Arial"/>
              <a:cs typeface="Arial"/>
              <a:sym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Question">
  <p:cSld name="Question">
    <p:spTree>
      <p:nvGrpSpPr>
        <p:cNvPr id="1" name="Shape 59"/>
        <p:cNvGrpSpPr/>
        <p:nvPr/>
      </p:nvGrpSpPr>
      <p:grpSpPr>
        <a:xfrm>
          <a:off x="0" y="0"/>
          <a:ext cx="0" cy="0"/>
          <a:chOff x="0" y="0"/>
          <a:chExt cx="0" cy="0"/>
        </a:xfrm>
      </p:grpSpPr>
      <p:pic>
        <p:nvPicPr>
          <p:cNvPr id="60" name="Google Shape;60;p140"/>
          <p:cNvPicPr preferRelativeResize="0"/>
          <p:nvPr/>
        </p:nvPicPr>
        <p:blipFill rotWithShape="1">
          <a:blip r:embed="rId2">
            <a:alphaModFix/>
          </a:blip>
          <a:srcRect/>
          <a:stretch/>
        </p:blipFill>
        <p:spPr>
          <a:xfrm>
            <a:off x="1" y="1"/>
            <a:ext cx="16255999" cy="9143999"/>
          </a:xfrm>
          <a:prstGeom prst="rect">
            <a:avLst/>
          </a:prstGeom>
          <a:noFill/>
          <a:ln>
            <a:noFill/>
          </a:ln>
        </p:spPr>
      </p:pic>
      <p:sp>
        <p:nvSpPr>
          <p:cNvPr id="61" name="Google Shape;61;p140"/>
          <p:cNvSpPr/>
          <p:nvPr/>
        </p:nvSpPr>
        <p:spPr>
          <a:xfrm>
            <a:off x="1281113" y="590549"/>
            <a:ext cx="1685902" cy="1438275"/>
          </a:xfrm>
          <a:prstGeom prst="rect">
            <a:avLst/>
          </a:prstGeom>
          <a:solidFill>
            <a:srgbClr val="3D9C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2" name="Google Shape;62;p140"/>
          <p:cNvSpPr txBox="1"/>
          <p:nvPr/>
        </p:nvSpPr>
        <p:spPr>
          <a:xfrm>
            <a:off x="1280469" y="732325"/>
            <a:ext cx="1698904" cy="46166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000" b="1" i="0" u="none" strike="noStrike" cap="none">
                <a:solidFill>
                  <a:srgbClr val="FFFFFF"/>
                </a:solidFill>
                <a:latin typeface="Open Sans"/>
                <a:ea typeface="Open Sans"/>
                <a:cs typeface="Open Sans"/>
                <a:sym typeface="Open Sans"/>
              </a:rPr>
              <a:t>Knowledge Check</a:t>
            </a:r>
            <a:endParaRPr sz="2000" b="1" i="0" u="none" strike="noStrike" cap="none">
              <a:solidFill>
                <a:srgbClr val="FFFFFF"/>
              </a:solidFill>
              <a:latin typeface="Open Sans"/>
              <a:ea typeface="Open Sans"/>
              <a:cs typeface="Open Sans"/>
              <a:sym typeface="Open Sans"/>
            </a:endParaRPr>
          </a:p>
        </p:txBody>
      </p:sp>
      <p:sp>
        <p:nvSpPr>
          <p:cNvPr id="63" name="Google Shape;63;p140"/>
          <p:cNvSpPr/>
          <p:nvPr/>
        </p:nvSpPr>
        <p:spPr>
          <a:xfrm>
            <a:off x="1275907" y="578759"/>
            <a:ext cx="14093455" cy="1446622"/>
          </a:xfrm>
          <a:prstGeom prst="rect">
            <a:avLst/>
          </a:prstGeom>
          <a:noFill/>
          <a:ln w="12700" cap="flat" cmpd="sng">
            <a:solidFill>
              <a:srgbClr val="3D9C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4" name="Google Shape;64;p140"/>
          <p:cNvSpPr txBox="1"/>
          <p:nvPr/>
        </p:nvSpPr>
        <p:spPr>
          <a:xfrm>
            <a:off x="1708922" y="2698180"/>
            <a:ext cx="465463" cy="421719"/>
          </a:xfrm>
          <a:prstGeom prst="rect">
            <a:avLst/>
          </a:prstGeom>
          <a:noFill/>
          <a:ln>
            <a:noFill/>
          </a:ln>
        </p:spPr>
        <p:txBody>
          <a:bodyPr spcFirstLastPara="1" wrap="square" lIns="91425" tIns="45700" rIns="91425" bIns="45700" anchor="ctr" anchorCtr="0">
            <a:normAutofit lnSpcReduction="10000"/>
          </a:bodyPr>
          <a:lstStyle/>
          <a:p>
            <a:pPr marL="0" marR="0" lvl="0" indent="0" algn="ctr" rtl="0">
              <a:lnSpc>
                <a:spcPct val="114000"/>
              </a:lnSpc>
              <a:spcBef>
                <a:spcPts val="0"/>
              </a:spcBef>
              <a:spcAft>
                <a:spcPts val="0"/>
              </a:spcAft>
              <a:buClr>
                <a:srgbClr val="3F3F3F"/>
              </a:buClr>
              <a:buSzPts val="2000"/>
              <a:buFont typeface="Arial"/>
              <a:buNone/>
            </a:pPr>
            <a:r>
              <a:rPr lang="en-US" sz="2000">
                <a:solidFill>
                  <a:srgbClr val="3F3F3F"/>
                </a:solidFill>
                <a:latin typeface="Open Sans"/>
                <a:ea typeface="Open Sans"/>
                <a:cs typeface="Open Sans"/>
                <a:sym typeface="Open Sans"/>
              </a:rPr>
              <a:t>A.</a:t>
            </a:r>
            <a:endParaRPr/>
          </a:p>
        </p:txBody>
      </p:sp>
      <p:sp>
        <p:nvSpPr>
          <p:cNvPr id="65" name="Google Shape;65;p140"/>
          <p:cNvSpPr txBox="1">
            <a:spLocks noGrp="1"/>
          </p:cNvSpPr>
          <p:nvPr>
            <p:ph type="body" idx="1"/>
          </p:nvPr>
        </p:nvSpPr>
        <p:spPr>
          <a:xfrm>
            <a:off x="2330450" y="2698180"/>
            <a:ext cx="11250613" cy="836613"/>
          </a:xfrm>
          <a:prstGeom prst="rect">
            <a:avLst/>
          </a:prstGeom>
          <a:noFill/>
          <a:ln>
            <a:noFill/>
          </a:ln>
        </p:spPr>
        <p:txBody>
          <a:bodyPr spcFirstLastPara="1" wrap="square" lIns="91425" tIns="45700" rIns="91425" bIns="45700" anchor="t" anchorCtr="0">
            <a:normAutofit/>
          </a:bodyPr>
          <a:lstStyle>
            <a:lvl1pPr marL="457200" lvl="0" indent="-228600" algn="l">
              <a:lnSpc>
                <a:spcPct val="114000"/>
              </a:lnSpc>
              <a:spcBef>
                <a:spcPts val="0"/>
              </a:spcBef>
              <a:spcAft>
                <a:spcPts val="0"/>
              </a:spcAft>
              <a:buClr>
                <a:srgbClr val="3F3F3F"/>
              </a:buClr>
              <a:buSzPts val="2000"/>
              <a:buNone/>
              <a:defRPr sz="2000"/>
            </a:lvl1pPr>
            <a:lvl2pPr marL="914400" lvl="1" indent="-228600" algn="l">
              <a:lnSpc>
                <a:spcPct val="114000"/>
              </a:lnSpc>
              <a:spcBef>
                <a:spcPts val="500"/>
              </a:spcBef>
              <a:spcAft>
                <a:spcPts val="0"/>
              </a:spcAft>
              <a:buClr>
                <a:srgbClr val="3F3F3F"/>
              </a:buClr>
              <a:buSzPts val="2200"/>
              <a:buNone/>
              <a:defRPr/>
            </a:lvl2pPr>
            <a:lvl3pPr marL="1371600" lvl="2" indent="-228600" algn="l">
              <a:lnSpc>
                <a:spcPct val="114000"/>
              </a:lnSpc>
              <a:spcBef>
                <a:spcPts val="500"/>
              </a:spcBef>
              <a:spcAft>
                <a:spcPts val="0"/>
              </a:spcAft>
              <a:buClr>
                <a:srgbClr val="3F3F3F"/>
              </a:buClr>
              <a:buSzPts val="2200"/>
              <a:buNone/>
              <a:defRPr/>
            </a:lvl3pPr>
            <a:lvl4pPr marL="1828800" lvl="3" indent="-228600" algn="l">
              <a:lnSpc>
                <a:spcPct val="90000"/>
              </a:lnSpc>
              <a:spcBef>
                <a:spcPts val="500"/>
              </a:spcBef>
              <a:spcAft>
                <a:spcPts val="0"/>
              </a:spcAft>
              <a:buClr>
                <a:schemeClr val="dk1"/>
              </a:buClr>
              <a:buSzPts val="1800"/>
              <a:buNone/>
              <a:defRPr/>
            </a:lvl4pPr>
            <a:lvl5pPr marL="2286000" lvl="4" indent="-228600" algn="l">
              <a:lnSpc>
                <a:spcPct val="90000"/>
              </a:lnSpc>
              <a:spcBef>
                <a:spcPts val="500"/>
              </a:spcBef>
              <a:spcAft>
                <a:spcPts val="0"/>
              </a:spcAft>
              <a:buClr>
                <a:schemeClr val="dk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6" name="Google Shape;66;p140"/>
          <p:cNvSpPr txBox="1"/>
          <p:nvPr/>
        </p:nvSpPr>
        <p:spPr>
          <a:xfrm>
            <a:off x="1713038" y="3629064"/>
            <a:ext cx="465463" cy="421719"/>
          </a:xfrm>
          <a:prstGeom prst="rect">
            <a:avLst/>
          </a:prstGeom>
          <a:noFill/>
          <a:ln>
            <a:noFill/>
          </a:ln>
        </p:spPr>
        <p:txBody>
          <a:bodyPr spcFirstLastPara="1" wrap="square" lIns="91425" tIns="45700" rIns="91425" bIns="45700" anchor="ctr" anchorCtr="0">
            <a:normAutofit lnSpcReduction="10000"/>
          </a:bodyPr>
          <a:lstStyle/>
          <a:p>
            <a:pPr marL="0" marR="0" lvl="0" indent="0" algn="ctr" rtl="0">
              <a:lnSpc>
                <a:spcPct val="114000"/>
              </a:lnSpc>
              <a:spcBef>
                <a:spcPts val="0"/>
              </a:spcBef>
              <a:spcAft>
                <a:spcPts val="0"/>
              </a:spcAft>
              <a:buClr>
                <a:srgbClr val="3F3F3F"/>
              </a:buClr>
              <a:buSzPts val="2000"/>
              <a:buFont typeface="Arial"/>
              <a:buNone/>
            </a:pPr>
            <a:r>
              <a:rPr lang="en-US" sz="2000">
                <a:solidFill>
                  <a:srgbClr val="3F3F3F"/>
                </a:solidFill>
                <a:latin typeface="Open Sans"/>
                <a:ea typeface="Open Sans"/>
                <a:cs typeface="Open Sans"/>
                <a:sym typeface="Open Sans"/>
              </a:rPr>
              <a:t>B.</a:t>
            </a:r>
            <a:endParaRPr/>
          </a:p>
        </p:txBody>
      </p:sp>
      <p:sp>
        <p:nvSpPr>
          <p:cNvPr id="67" name="Google Shape;67;p140"/>
          <p:cNvSpPr txBox="1">
            <a:spLocks noGrp="1"/>
          </p:cNvSpPr>
          <p:nvPr>
            <p:ph type="body" idx="2"/>
          </p:nvPr>
        </p:nvSpPr>
        <p:spPr>
          <a:xfrm>
            <a:off x="2334566" y="3629064"/>
            <a:ext cx="11250613" cy="836613"/>
          </a:xfrm>
          <a:prstGeom prst="rect">
            <a:avLst/>
          </a:prstGeom>
          <a:noFill/>
          <a:ln>
            <a:noFill/>
          </a:ln>
        </p:spPr>
        <p:txBody>
          <a:bodyPr spcFirstLastPara="1" wrap="square" lIns="91425" tIns="45700" rIns="91425" bIns="45700" anchor="t" anchorCtr="0">
            <a:normAutofit/>
          </a:bodyPr>
          <a:lstStyle>
            <a:lvl1pPr marL="457200" lvl="0" indent="-228600" algn="l">
              <a:lnSpc>
                <a:spcPct val="114000"/>
              </a:lnSpc>
              <a:spcBef>
                <a:spcPts val="0"/>
              </a:spcBef>
              <a:spcAft>
                <a:spcPts val="0"/>
              </a:spcAft>
              <a:buClr>
                <a:srgbClr val="3F3F3F"/>
              </a:buClr>
              <a:buSzPts val="2000"/>
              <a:buNone/>
              <a:defRPr sz="2000"/>
            </a:lvl1pPr>
            <a:lvl2pPr marL="914400" lvl="1" indent="-228600" algn="l">
              <a:lnSpc>
                <a:spcPct val="114000"/>
              </a:lnSpc>
              <a:spcBef>
                <a:spcPts val="500"/>
              </a:spcBef>
              <a:spcAft>
                <a:spcPts val="0"/>
              </a:spcAft>
              <a:buClr>
                <a:srgbClr val="3F3F3F"/>
              </a:buClr>
              <a:buSzPts val="2200"/>
              <a:buNone/>
              <a:defRPr/>
            </a:lvl2pPr>
            <a:lvl3pPr marL="1371600" lvl="2" indent="-228600" algn="l">
              <a:lnSpc>
                <a:spcPct val="114000"/>
              </a:lnSpc>
              <a:spcBef>
                <a:spcPts val="500"/>
              </a:spcBef>
              <a:spcAft>
                <a:spcPts val="0"/>
              </a:spcAft>
              <a:buClr>
                <a:srgbClr val="3F3F3F"/>
              </a:buClr>
              <a:buSzPts val="2200"/>
              <a:buNone/>
              <a:defRPr/>
            </a:lvl3pPr>
            <a:lvl4pPr marL="1828800" lvl="3" indent="-228600" algn="l">
              <a:lnSpc>
                <a:spcPct val="90000"/>
              </a:lnSpc>
              <a:spcBef>
                <a:spcPts val="500"/>
              </a:spcBef>
              <a:spcAft>
                <a:spcPts val="0"/>
              </a:spcAft>
              <a:buClr>
                <a:schemeClr val="dk1"/>
              </a:buClr>
              <a:buSzPts val="1800"/>
              <a:buNone/>
              <a:defRPr/>
            </a:lvl4pPr>
            <a:lvl5pPr marL="2286000" lvl="4" indent="-228600" algn="l">
              <a:lnSpc>
                <a:spcPct val="90000"/>
              </a:lnSpc>
              <a:spcBef>
                <a:spcPts val="500"/>
              </a:spcBef>
              <a:spcAft>
                <a:spcPts val="0"/>
              </a:spcAft>
              <a:buClr>
                <a:schemeClr val="dk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8" name="Google Shape;68;p140"/>
          <p:cNvSpPr txBox="1"/>
          <p:nvPr/>
        </p:nvSpPr>
        <p:spPr>
          <a:xfrm>
            <a:off x="1713038" y="4568181"/>
            <a:ext cx="465463" cy="421719"/>
          </a:xfrm>
          <a:prstGeom prst="rect">
            <a:avLst/>
          </a:prstGeom>
          <a:noFill/>
          <a:ln>
            <a:noFill/>
          </a:ln>
        </p:spPr>
        <p:txBody>
          <a:bodyPr spcFirstLastPara="1" wrap="square" lIns="91425" tIns="45700" rIns="91425" bIns="45700" anchor="ctr" anchorCtr="0">
            <a:normAutofit lnSpcReduction="10000"/>
          </a:bodyPr>
          <a:lstStyle/>
          <a:p>
            <a:pPr marL="0" marR="0" lvl="0" indent="0" algn="ctr" rtl="0">
              <a:lnSpc>
                <a:spcPct val="114000"/>
              </a:lnSpc>
              <a:spcBef>
                <a:spcPts val="0"/>
              </a:spcBef>
              <a:spcAft>
                <a:spcPts val="0"/>
              </a:spcAft>
              <a:buClr>
                <a:srgbClr val="3F3F3F"/>
              </a:buClr>
              <a:buSzPts val="2000"/>
              <a:buFont typeface="Arial"/>
              <a:buNone/>
            </a:pPr>
            <a:r>
              <a:rPr lang="en-US" sz="2000">
                <a:solidFill>
                  <a:srgbClr val="3F3F3F"/>
                </a:solidFill>
                <a:latin typeface="Open Sans"/>
                <a:ea typeface="Open Sans"/>
                <a:cs typeface="Open Sans"/>
                <a:sym typeface="Open Sans"/>
              </a:rPr>
              <a:t>C.</a:t>
            </a:r>
            <a:endParaRPr/>
          </a:p>
        </p:txBody>
      </p:sp>
      <p:sp>
        <p:nvSpPr>
          <p:cNvPr id="69" name="Google Shape;69;p140"/>
          <p:cNvSpPr txBox="1">
            <a:spLocks noGrp="1"/>
          </p:cNvSpPr>
          <p:nvPr>
            <p:ph type="body" idx="3"/>
          </p:nvPr>
        </p:nvSpPr>
        <p:spPr>
          <a:xfrm>
            <a:off x="2334566" y="4568181"/>
            <a:ext cx="11250613" cy="836613"/>
          </a:xfrm>
          <a:prstGeom prst="rect">
            <a:avLst/>
          </a:prstGeom>
          <a:noFill/>
          <a:ln>
            <a:noFill/>
          </a:ln>
        </p:spPr>
        <p:txBody>
          <a:bodyPr spcFirstLastPara="1" wrap="square" lIns="91425" tIns="45700" rIns="91425" bIns="45700" anchor="t" anchorCtr="0">
            <a:normAutofit/>
          </a:bodyPr>
          <a:lstStyle>
            <a:lvl1pPr marL="457200" lvl="0" indent="-228600" algn="l">
              <a:lnSpc>
                <a:spcPct val="114000"/>
              </a:lnSpc>
              <a:spcBef>
                <a:spcPts val="0"/>
              </a:spcBef>
              <a:spcAft>
                <a:spcPts val="0"/>
              </a:spcAft>
              <a:buClr>
                <a:srgbClr val="3F3F3F"/>
              </a:buClr>
              <a:buSzPts val="2000"/>
              <a:buNone/>
              <a:defRPr sz="2000"/>
            </a:lvl1pPr>
            <a:lvl2pPr marL="914400" lvl="1" indent="-228600" algn="l">
              <a:lnSpc>
                <a:spcPct val="114000"/>
              </a:lnSpc>
              <a:spcBef>
                <a:spcPts val="500"/>
              </a:spcBef>
              <a:spcAft>
                <a:spcPts val="0"/>
              </a:spcAft>
              <a:buClr>
                <a:srgbClr val="3F3F3F"/>
              </a:buClr>
              <a:buSzPts val="2200"/>
              <a:buNone/>
              <a:defRPr/>
            </a:lvl2pPr>
            <a:lvl3pPr marL="1371600" lvl="2" indent="-228600" algn="l">
              <a:lnSpc>
                <a:spcPct val="114000"/>
              </a:lnSpc>
              <a:spcBef>
                <a:spcPts val="500"/>
              </a:spcBef>
              <a:spcAft>
                <a:spcPts val="0"/>
              </a:spcAft>
              <a:buClr>
                <a:srgbClr val="3F3F3F"/>
              </a:buClr>
              <a:buSzPts val="2200"/>
              <a:buNone/>
              <a:defRPr/>
            </a:lvl3pPr>
            <a:lvl4pPr marL="1828800" lvl="3" indent="-228600" algn="l">
              <a:lnSpc>
                <a:spcPct val="90000"/>
              </a:lnSpc>
              <a:spcBef>
                <a:spcPts val="500"/>
              </a:spcBef>
              <a:spcAft>
                <a:spcPts val="0"/>
              </a:spcAft>
              <a:buClr>
                <a:schemeClr val="dk1"/>
              </a:buClr>
              <a:buSzPts val="1800"/>
              <a:buNone/>
              <a:defRPr/>
            </a:lvl4pPr>
            <a:lvl5pPr marL="2286000" lvl="4" indent="-228600" algn="l">
              <a:lnSpc>
                <a:spcPct val="90000"/>
              </a:lnSpc>
              <a:spcBef>
                <a:spcPts val="500"/>
              </a:spcBef>
              <a:spcAft>
                <a:spcPts val="0"/>
              </a:spcAft>
              <a:buClr>
                <a:schemeClr val="dk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0" name="Google Shape;70;p140"/>
          <p:cNvSpPr txBox="1"/>
          <p:nvPr/>
        </p:nvSpPr>
        <p:spPr>
          <a:xfrm>
            <a:off x="1717154" y="5511422"/>
            <a:ext cx="465463" cy="421719"/>
          </a:xfrm>
          <a:prstGeom prst="rect">
            <a:avLst/>
          </a:prstGeom>
          <a:noFill/>
          <a:ln>
            <a:noFill/>
          </a:ln>
        </p:spPr>
        <p:txBody>
          <a:bodyPr spcFirstLastPara="1" wrap="square" lIns="91425" tIns="45700" rIns="91425" bIns="45700" anchor="ctr" anchorCtr="0">
            <a:normAutofit lnSpcReduction="10000"/>
          </a:bodyPr>
          <a:lstStyle/>
          <a:p>
            <a:pPr marL="0" marR="0" lvl="0" indent="0" algn="ctr" rtl="0">
              <a:lnSpc>
                <a:spcPct val="114000"/>
              </a:lnSpc>
              <a:spcBef>
                <a:spcPts val="0"/>
              </a:spcBef>
              <a:spcAft>
                <a:spcPts val="0"/>
              </a:spcAft>
              <a:buClr>
                <a:srgbClr val="3F3F3F"/>
              </a:buClr>
              <a:buSzPts val="2000"/>
              <a:buFont typeface="Arial"/>
              <a:buNone/>
            </a:pPr>
            <a:r>
              <a:rPr lang="en-US" sz="2000">
                <a:solidFill>
                  <a:srgbClr val="3F3F3F"/>
                </a:solidFill>
                <a:latin typeface="Open Sans"/>
                <a:ea typeface="Open Sans"/>
                <a:cs typeface="Open Sans"/>
                <a:sym typeface="Open Sans"/>
              </a:rPr>
              <a:t>D.</a:t>
            </a:r>
            <a:endParaRPr/>
          </a:p>
        </p:txBody>
      </p:sp>
      <p:sp>
        <p:nvSpPr>
          <p:cNvPr id="71" name="Google Shape;71;p140"/>
          <p:cNvSpPr txBox="1">
            <a:spLocks noGrp="1"/>
          </p:cNvSpPr>
          <p:nvPr>
            <p:ph type="body" idx="4"/>
          </p:nvPr>
        </p:nvSpPr>
        <p:spPr>
          <a:xfrm>
            <a:off x="2338682" y="5511422"/>
            <a:ext cx="11250613" cy="836613"/>
          </a:xfrm>
          <a:prstGeom prst="rect">
            <a:avLst/>
          </a:prstGeom>
          <a:noFill/>
          <a:ln>
            <a:noFill/>
          </a:ln>
        </p:spPr>
        <p:txBody>
          <a:bodyPr spcFirstLastPara="1" wrap="square" lIns="91425" tIns="45700" rIns="91425" bIns="45700" anchor="t" anchorCtr="0">
            <a:normAutofit/>
          </a:bodyPr>
          <a:lstStyle>
            <a:lvl1pPr marL="457200" lvl="0" indent="-228600" algn="l">
              <a:lnSpc>
                <a:spcPct val="114000"/>
              </a:lnSpc>
              <a:spcBef>
                <a:spcPts val="0"/>
              </a:spcBef>
              <a:spcAft>
                <a:spcPts val="0"/>
              </a:spcAft>
              <a:buClr>
                <a:srgbClr val="3F3F3F"/>
              </a:buClr>
              <a:buSzPts val="2000"/>
              <a:buNone/>
              <a:defRPr sz="2000"/>
            </a:lvl1pPr>
            <a:lvl2pPr marL="914400" lvl="1" indent="-228600" algn="l">
              <a:lnSpc>
                <a:spcPct val="114000"/>
              </a:lnSpc>
              <a:spcBef>
                <a:spcPts val="500"/>
              </a:spcBef>
              <a:spcAft>
                <a:spcPts val="0"/>
              </a:spcAft>
              <a:buClr>
                <a:srgbClr val="3F3F3F"/>
              </a:buClr>
              <a:buSzPts val="2200"/>
              <a:buNone/>
              <a:defRPr/>
            </a:lvl2pPr>
            <a:lvl3pPr marL="1371600" lvl="2" indent="-228600" algn="l">
              <a:lnSpc>
                <a:spcPct val="114000"/>
              </a:lnSpc>
              <a:spcBef>
                <a:spcPts val="500"/>
              </a:spcBef>
              <a:spcAft>
                <a:spcPts val="0"/>
              </a:spcAft>
              <a:buClr>
                <a:srgbClr val="3F3F3F"/>
              </a:buClr>
              <a:buSzPts val="2200"/>
              <a:buNone/>
              <a:defRPr/>
            </a:lvl3pPr>
            <a:lvl4pPr marL="1828800" lvl="3" indent="-228600" algn="l">
              <a:lnSpc>
                <a:spcPct val="90000"/>
              </a:lnSpc>
              <a:spcBef>
                <a:spcPts val="500"/>
              </a:spcBef>
              <a:spcAft>
                <a:spcPts val="0"/>
              </a:spcAft>
              <a:buClr>
                <a:schemeClr val="dk1"/>
              </a:buClr>
              <a:buSzPts val="1800"/>
              <a:buNone/>
              <a:defRPr/>
            </a:lvl4pPr>
            <a:lvl5pPr marL="2286000" lvl="4" indent="-228600" algn="l">
              <a:lnSpc>
                <a:spcPct val="90000"/>
              </a:lnSpc>
              <a:spcBef>
                <a:spcPts val="500"/>
              </a:spcBef>
              <a:spcAft>
                <a:spcPts val="0"/>
              </a:spcAft>
              <a:buClr>
                <a:schemeClr val="dk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2" name="Google Shape;72;p140"/>
          <p:cNvSpPr txBox="1">
            <a:spLocks noGrp="1"/>
          </p:cNvSpPr>
          <p:nvPr>
            <p:ph type="body" idx="5"/>
          </p:nvPr>
        </p:nvSpPr>
        <p:spPr>
          <a:xfrm>
            <a:off x="2967015" y="578759"/>
            <a:ext cx="12401573" cy="1447009"/>
          </a:xfrm>
          <a:prstGeom prst="rect">
            <a:avLst/>
          </a:prstGeom>
          <a:noFill/>
          <a:ln>
            <a:noFill/>
          </a:ln>
        </p:spPr>
        <p:txBody>
          <a:bodyPr spcFirstLastPara="1" wrap="square" lIns="91425" tIns="45700" rIns="91425" bIns="45700" anchor="ctr" anchorCtr="0">
            <a:normAutofit/>
          </a:bodyPr>
          <a:lstStyle>
            <a:lvl1pPr marL="457200" lvl="0" indent="-228600" algn="l">
              <a:lnSpc>
                <a:spcPct val="114000"/>
              </a:lnSpc>
              <a:spcBef>
                <a:spcPts val="0"/>
              </a:spcBef>
              <a:spcAft>
                <a:spcPts val="0"/>
              </a:spcAft>
              <a:buClr>
                <a:srgbClr val="3F3F3F"/>
              </a:buClr>
              <a:buSzPts val="2200"/>
              <a:buNone/>
              <a:defRPr b="1"/>
            </a:lvl1pPr>
            <a:lvl2pPr marL="914400" lvl="1" indent="-342900" algn="l">
              <a:lnSpc>
                <a:spcPct val="114000"/>
              </a:lnSpc>
              <a:spcBef>
                <a:spcPts val="500"/>
              </a:spcBef>
              <a:spcAft>
                <a:spcPts val="0"/>
              </a:spcAft>
              <a:buClr>
                <a:srgbClr val="3F3F3F"/>
              </a:buClr>
              <a:buSzPts val="1800"/>
              <a:buChar char="•"/>
              <a:defRPr/>
            </a:lvl2pPr>
            <a:lvl3pPr marL="1371600" lvl="2" indent="-342900" algn="l">
              <a:lnSpc>
                <a:spcPct val="114000"/>
              </a:lnSpc>
              <a:spcBef>
                <a:spcPts val="500"/>
              </a:spcBef>
              <a:spcAft>
                <a:spcPts val="0"/>
              </a:spcAft>
              <a:buClr>
                <a:srgbClr val="3F3F3F"/>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3" name="Google Shape;73;p140"/>
          <p:cNvSpPr txBox="1">
            <a:spLocks noGrp="1"/>
          </p:cNvSpPr>
          <p:nvPr>
            <p:ph type="body" idx="6"/>
          </p:nvPr>
        </p:nvSpPr>
        <p:spPr>
          <a:xfrm>
            <a:off x="1562390" y="1193800"/>
            <a:ext cx="1135063" cy="830263"/>
          </a:xfrm>
          <a:prstGeom prst="rect">
            <a:avLst/>
          </a:prstGeom>
          <a:noFill/>
          <a:ln>
            <a:noFill/>
          </a:ln>
        </p:spPr>
        <p:txBody>
          <a:bodyPr spcFirstLastPara="1" wrap="square" lIns="91425" tIns="45700" rIns="91425" bIns="45700" anchor="ctr" anchorCtr="0">
            <a:normAutofit/>
          </a:bodyPr>
          <a:lstStyle>
            <a:lvl1pPr marL="457200" lvl="0" indent="-228600" algn="ctr">
              <a:lnSpc>
                <a:spcPct val="114000"/>
              </a:lnSpc>
              <a:spcBef>
                <a:spcPts val="0"/>
              </a:spcBef>
              <a:spcAft>
                <a:spcPts val="0"/>
              </a:spcAft>
              <a:buClr>
                <a:schemeClr val="lt1"/>
              </a:buClr>
              <a:buSzPts val="2200"/>
              <a:buNone/>
              <a:defRPr b="1">
                <a:solidFill>
                  <a:schemeClr val="lt1"/>
                </a:solidFill>
              </a:defRPr>
            </a:lvl1pPr>
            <a:lvl2pPr marL="914400" lvl="1" indent="-342900" algn="l">
              <a:lnSpc>
                <a:spcPct val="114000"/>
              </a:lnSpc>
              <a:spcBef>
                <a:spcPts val="500"/>
              </a:spcBef>
              <a:spcAft>
                <a:spcPts val="0"/>
              </a:spcAft>
              <a:buClr>
                <a:srgbClr val="3F3F3F"/>
              </a:buClr>
              <a:buSzPts val="1800"/>
              <a:buChar char="•"/>
              <a:defRPr/>
            </a:lvl2pPr>
            <a:lvl3pPr marL="1371600" lvl="2" indent="-342900" algn="l">
              <a:lnSpc>
                <a:spcPct val="114000"/>
              </a:lnSpc>
              <a:spcBef>
                <a:spcPts val="500"/>
              </a:spcBef>
              <a:spcAft>
                <a:spcPts val="0"/>
              </a:spcAft>
              <a:buClr>
                <a:srgbClr val="3F3F3F"/>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Ques_Ans_IS">
  <p:cSld name="Ques_Ans_IS">
    <p:spTree>
      <p:nvGrpSpPr>
        <p:cNvPr id="1" name="Shape 74"/>
        <p:cNvGrpSpPr/>
        <p:nvPr/>
      </p:nvGrpSpPr>
      <p:grpSpPr>
        <a:xfrm>
          <a:off x="0" y="0"/>
          <a:ext cx="0" cy="0"/>
          <a:chOff x="0" y="0"/>
          <a:chExt cx="0" cy="0"/>
        </a:xfrm>
      </p:grpSpPr>
      <p:pic>
        <p:nvPicPr>
          <p:cNvPr id="75" name="Google Shape;75;p141"/>
          <p:cNvPicPr preferRelativeResize="0"/>
          <p:nvPr/>
        </p:nvPicPr>
        <p:blipFill rotWithShape="1">
          <a:blip r:embed="rId2">
            <a:alphaModFix/>
          </a:blip>
          <a:srcRect/>
          <a:stretch/>
        </p:blipFill>
        <p:spPr>
          <a:xfrm>
            <a:off x="1" y="1"/>
            <a:ext cx="16255999" cy="9143999"/>
          </a:xfrm>
          <a:prstGeom prst="rect">
            <a:avLst/>
          </a:prstGeom>
          <a:noFill/>
          <a:ln>
            <a:noFill/>
          </a:ln>
        </p:spPr>
      </p:pic>
      <p:sp>
        <p:nvSpPr>
          <p:cNvPr id="76" name="Google Shape;76;p141"/>
          <p:cNvSpPr txBox="1"/>
          <p:nvPr/>
        </p:nvSpPr>
        <p:spPr>
          <a:xfrm>
            <a:off x="670034" y="7369706"/>
            <a:ext cx="2749059" cy="40011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3F3F3F"/>
                </a:solidFill>
                <a:latin typeface="Open Sans"/>
                <a:ea typeface="Open Sans"/>
                <a:cs typeface="Open Sans"/>
                <a:sym typeface="Open Sans"/>
              </a:rPr>
              <a:t>The correct answer is</a:t>
            </a:r>
            <a:endParaRPr sz="1400" b="0" i="0" u="none" strike="noStrike" cap="none">
              <a:solidFill>
                <a:srgbClr val="000000"/>
              </a:solidFill>
              <a:latin typeface="Open Sans"/>
              <a:ea typeface="Open Sans"/>
              <a:cs typeface="Open Sans"/>
              <a:sym typeface="Open Sans"/>
            </a:endParaRPr>
          </a:p>
        </p:txBody>
      </p:sp>
      <p:cxnSp>
        <p:nvCxnSpPr>
          <p:cNvPr id="77" name="Google Shape;77;p141"/>
          <p:cNvCxnSpPr/>
          <p:nvPr/>
        </p:nvCxnSpPr>
        <p:spPr>
          <a:xfrm>
            <a:off x="670034" y="7854368"/>
            <a:ext cx="13167360" cy="0"/>
          </a:xfrm>
          <a:prstGeom prst="straightConnector1">
            <a:avLst/>
          </a:prstGeom>
          <a:noFill/>
          <a:ln w="9525" cap="flat" cmpd="sng">
            <a:solidFill>
              <a:schemeClr val="dk1"/>
            </a:solidFill>
            <a:prstDash val="solid"/>
            <a:round/>
            <a:headEnd type="none" w="sm" len="sm"/>
            <a:tailEnd type="none" w="sm" len="sm"/>
          </a:ln>
        </p:spPr>
      </p:cxnSp>
      <p:cxnSp>
        <p:nvCxnSpPr>
          <p:cNvPr id="78" name="Google Shape;78;p141"/>
          <p:cNvCxnSpPr/>
          <p:nvPr/>
        </p:nvCxnSpPr>
        <p:spPr>
          <a:xfrm>
            <a:off x="649436" y="7265358"/>
            <a:ext cx="13167360" cy="0"/>
          </a:xfrm>
          <a:prstGeom prst="straightConnector1">
            <a:avLst/>
          </a:prstGeom>
          <a:noFill/>
          <a:ln w="9525" cap="flat" cmpd="sng">
            <a:solidFill>
              <a:schemeClr val="dk1"/>
            </a:solidFill>
            <a:prstDash val="solid"/>
            <a:round/>
            <a:headEnd type="none" w="sm" len="sm"/>
            <a:tailEnd type="none" w="sm" len="sm"/>
          </a:ln>
        </p:spPr>
      </p:cxnSp>
      <p:sp>
        <p:nvSpPr>
          <p:cNvPr id="79" name="Google Shape;79;p141"/>
          <p:cNvSpPr txBox="1">
            <a:spLocks noGrp="1"/>
          </p:cNvSpPr>
          <p:nvPr>
            <p:ph type="body" idx="1"/>
          </p:nvPr>
        </p:nvSpPr>
        <p:spPr>
          <a:xfrm>
            <a:off x="3251201" y="7277661"/>
            <a:ext cx="8834438" cy="584200"/>
          </a:xfrm>
          <a:prstGeom prst="rect">
            <a:avLst/>
          </a:prstGeom>
          <a:noFill/>
          <a:ln>
            <a:noFill/>
          </a:ln>
        </p:spPr>
        <p:txBody>
          <a:bodyPr spcFirstLastPara="1" wrap="square" lIns="91425" tIns="45700" rIns="91425" bIns="45700" anchor="ctr" anchorCtr="0">
            <a:normAutofit/>
          </a:bodyPr>
          <a:lstStyle>
            <a:lvl1pPr marL="457200" lvl="0" indent="-228600" algn="l">
              <a:lnSpc>
                <a:spcPct val="114000"/>
              </a:lnSpc>
              <a:spcBef>
                <a:spcPts val="0"/>
              </a:spcBef>
              <a:spcAft>
                <a:spcPts val="0"/>
              </a:spcAft>
              <a:buClr>
                <a:srgbClr val="024F93"/>
              </a:buClr>
              <a:buSzPts val="2000"/>
              <a:buNone/>
              <a:defRPr sz="2000" b="1">
                <a:solidFill>
                  <a:srgbClr val="024F93"/>
                </a:solidFill>
              </a:defRPr>
            </a:lvl1pPr>
            <a:lvl2pPr marL="914400" lvl="1" indent="-228600" algn="l">
              <a:lnSpc>
                <a:spcPct val="114000"/>
              </a:lnSpc>
              <a:spcBef>
                <a:spcPts val="500"/>
              </a:spcBef>
              <a:spcAft>
                <a:spcPts val="0"/>
              </a:spcAft>
              <a:buClr>
                <a:srgbClr val="3F3F3F"/>
              </a:buClr>
              <a:buSzPts val="2200"/>
              <a:buNone/>
              <a:defRPr/>
            </a:lvl2pPr>
            <a:lvl3pPr marL="1371600" lvl="2" indent="-228600" algn="l">
              <a:lnSpc>
                <a:spcPct val="114000"/>
              </a:lnSpc>
              <a:spcBef>
                <a:spcPts val="500"/>
              </a:spcBef>
              <a:spcAft>
                <a:spcPts val="0"/>
              </a:spcAft>
              <a:buClr>
                <a:srgbClr val="3F3F3F"/>
              </a:buClr>
              <a:buSzPts val="2200"/>
              <a:buNone/>
              <a:defRPr/>
            </a:lvl3pPr>
            <a:lvl4pPr marL="1828800" lvl="3" indent="-228600" algn="l">
              <a:lnSpc>
                <a:spcPct val="90000"/>
              </a:lnSpc>
              <a:spcBef>
                <a:spcPts val="500"/>
              </a:spcBef>
              <a:spcAft>
                <a:spcPts val="0"/>
              </a:spcAft>
              <a:buClr>
                <a:schemeClr val="dk1"/>
              </a:buClr>
              <a:buSzPts val="1800"/>
              <a:buNone/>
              <a:defRPr/>
            </a:lvl4pPr>
            <a:lvl5pPr marL="2286000" lvl="4" indent="-228600" algn="l">
              <a:lnSpc>
                <a:spcPct val="90000"/>
              </a:lnSpc>
              <a:spcBef>
                <a:spcPts val="500"/>
              </a:spcBef>
              <a:spcAft>
                <a:spcPts val="0"/>
              </a:spcAft>
              <a:buClr>
                <a:schemeClr val="dk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0" name="Google Shape;80;p141"/>
          <p:cNvSpPr txBox="1">
            <a:spLocks noGrp="1"/>
          </p:cNvSpPr>
          <p:nvPr>
            <p:ph type="body" idx="2"/>
          </p:nvPr>
        </p:nvSpPr>
        <p:spPr>
          <a:xfrm>
            <a:off x="669925" y="7935913"/>
            <a:ext cx="13095288" cy="1004887"/>
          </a:xfrm>
          <a:prstGeom prst="rect">
            <a:avLst/>
          </a:prstGeom>
          <a:noFill/>
          <a:ln>
            <a:noFill/>
          </a:ln>
        </p:spPr>
        <p:txBody>
          <a:bodyPr spcFirstLastPara="1" wrap="square" lIns="91425" tIns="45700" rIns="91425" bIns="45700" anchor="t" anchorCtr="0">
            <a:normAutofit/>
          </a:bodyPr>
          <a:lstStyle>
            <a:lvl1pPr marL="457200" lvl="0" indent="-228600" algn="l">
              <a:lnSpc>
                <a:spcPct val="114000"/>
              </a:lnSpc>
              <a:spcBef>
                <a:spcPts val="0"/>
              </a:spcBef>
              <a:spcAft>
                <a:spcPts val="0"/>
              </a:spcAft>
              <a:buClr>
                <a:srgbClr val="3F3F3F"/>
              </a:buClr>
              <a:buSzPts val="2000"/>
              <a:buNone/>
              <a:defRPr sz="2000" b="1"/>
            </a:lvl1pPr>
            <a:lvl2pPr marL="914400" lvl="1" indent="-228600" algn="l">
              <a:lnSpc>
                <a:spcPct val="114000"/>
              </a:lnSpc>
              <a:spcBef>
                <a:spcPts val="500"/>
              </a:spcBef>
              <a:spcAft>
                <a:spcPts val="0"/>
              </a:spcAft>
              <a:buClr>
                <a:srgbClr val="3F3F3F"/>
              </a:buClr>
              <a:buSzPts val="2200"/>
              <a:buNone/>
              <a:defRPr/>
            </a:lvl2pPr>
            <a:lvl3pPr marL="1371600" lvl="2" indent="-228600" algn="l">
              <a:lnSpc>
                <a:spcPct val="114000"/>
              </a:lnSpc>
              <a:spcBef>
                <a:spcPts val="500"/>
              </a:spcBef>
              <a:spcAft>
                <a:spcPts val="0"/>
              </a:spcAft>
              <a:buClr>
                <a:srgbClr val="3F3F3F"/>
              </a:buClr>
              <a:buSzPts val="2200"/>
              <a:buNone/>
              <a:defRPr/>
            </a:lvl3pPr>
            <a:lvl4pPr marL="1828800" lvl="3" indent="-228600" algn="l">
              <a:lnSpc>
                <a:spcPct val="90000"/>
              </a:lnSpc>
              <a:spcBef>
                <a:spcPts val="500"/>
              </a:spcBef>
              <a:spcAft>
                <a:spcPts val="0"/>
              </a:spcAft>
              <a:buClr>
                <a:schemeClr val="dk1"/>
              </a:buClr>
              <a:buSzPts val="1800"/>
              <a:buNone/>
              <a:defRPr/>
            </a:lvl4pPr>
            <a:lvl5pPr marL="2286000" lvl="4" indent="-228600" algn="l">
              <a:lnSpc>
                <a:spcPct val="90000"/>
              </a:lnSpc>
              <a:spcBef>
                <a:spcPts val="500"/>
              </a:spcBef>
              <a:spcAft>
                <a:spcPts val="0"/>
              </a:spcAft>
              <a:buClr>
                <a:schemeClr val="dk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141"/>
          <p:cNvSpPr/>
          <p:nvPr/>
        </p:nvSpPr>
        <p:spPr>
          <a:xfrm>
            <a:off x="1281113" y="590549"/>
            <a:ext cx="1685902" cy="1438275"/>
          </a:xfrm>
          <a:prstGeom prst="rect">
            <a:avLst/>
          </a:prstGeom>
          <a:solidFill>
            <a:srgbClr val="3D9C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2" name="Google Shape;82;p141"/>
          <p:cNvSpPr txBox="1"/>
          <p:nvPr/>
        </p:nvSpPr>
        <p:spPr>
          <a:xfrm>
            <a:off x="1280469" y="732325"/>
            <a:ext cx="1698904" cy="46166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000" b="1" i="0" u="none" strike="noStrike" cap="none">
                <a:solidFill>
                  <a:srgbClr val="FFFFFF"/>
                </a:solidFill>
                <a:latin typeface="Open Sans"/>
                <a:ea typeface="Open Sans"/>
                <a:cs typeface="Open Sans"/>
                <a:sym typeface="Open Sans"/>
              </a:rPr>
              <a:t>Knowledge Check</a:t>
            </a:r>
            <a:endParaRPr sz="2000" b="1" i="0" u="none" strike="noStrike" cap="none">
              <a:solidFill>
                <a:srgbClr val="FFFFFF"/>
              </a:solidFill>
              <a:latin typeface="Open Sans"/>
              <a:ea typeface="Open Sans"/>
              <a:cs typeface="Open Sans"/>
              <a:sym typeface="Open Sans"/>
            </a:endParaRPr>
          </a:p>
        </p:txBody>
      </p:sp>
      <p:sp>
        <p:nvSpPr>
          <p:cNvPr id="83" name="Google Shape;83;p141"/>
          <p:cNvSpPr/>
          <p:nvPr/>
        </p:nvSpPr>
        <p:spPr>
          <a:xfrm>
            <a:off x="1275907" y="578759"/>
            <a:ext cx="14093455" cy="1446622"/>
          </a:xfrm>
          <a:prstGeom prst="rect">
            <a:avLst/>
          </a:prstGeom>
          <a:noFill/>
          <a:ln w="12700" cap="flat" cmpd="sng">
            <a:solidFill>
              <a:srgbClr val="3D9C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4" name="Google Shape;84;p141"/>
          <p:cNvSpPr txBox="1"/>
          <p:nvPr/>
        </p:nvSpPr>
        <p:spPr>
          <a:xfrm>
            <a:off x="1717154" y="5511422"/>
            <a:ext cx="465463" cy="421719"/>
          </a:xfrm>
          <a:prstGeom prst="rect">
            <a:avLst/>
          </a:prstGeom>
          <a:noFill/>
          <a:ln>
            <a:noFill/>
          </a:ln>
        </p:spPr>
        <p:txBody>
          <a:bodyPr spcFirstLastPara="1" wrap="square" lIns="91425" tIns="45700" rIns="91425" bIns="45700" anchor="ctr" anchorCtr="0">
            <a:normAutofit lnSpcReduction="10000"/>
          </a:bodyPr>
          <a:lstStyle/>
          <a:p>
            <a:pPr marL="0" marR="0" lvl="0" indent="0" algn="ctr" rtl="0">
              <a:lnSpc>
                <a:spcPct val="114000"/>
              </a:lnSpc>
              <a:spcBef>
                <a:spcPts val="0"/>
              </a:spcBef>
              <a:spcAft>
                <a:spcPts val="0"/>
              </a:spcAft>
              <a:buClr>
                <a:srgbClr val="3F3F3F"/>
              </a:buClr>
              <a:buSzPts val="2000"/>
              <a:buFont typeface="Arial"/>
              <a:buNone/>
            </a:pPr>
            <a:r>
              <a:rPr lang="en-US" sz="2000">
                <a:solidFill>
                  <a:srgbClr val="3F3F3F"/>
                </a:solidFill>
                <a:latin typeface="Open Sans"/>
                <a:ea typeface="Open Sans"/>
                <a:cs typeface="Open Sans"/>
                <a:sym typeface="Open Sans"/>
              </a:rPr>
              <a:t>D.</a:t>
            </a:r>
            <a:endParaRPr/>
          </a:p>
        </p:txBody>
      </p:sp>
      <p:sp>
        <p:nvSpPr>
          <p:cNvPr id="85" name="Google Shape;85;p141"/>
          <p:cNvSpPr txBox="1"/>
          <p:nvPr/>
        </p:nvSpPr>
        <p:spPr>
          <a:xfrm>
            <a:off x="1713038" y="4568181"/>
            <a:ext cx="465463" cy="421719"/>
          </a:xfrm>
          <a:prstGeom prst="rect">
            <a:avLst/>
          </a:prstGeom>
          <a:noFill/>
          <a:ln>
            <a:noFill/>
          </a:ln>
        </p:spPr>
        <p:txBody>
          <a:bodyPr spcFirstLastPara="1" wrap="square" lIns="91425" tIns="45700" rIns="91425" bIns="45700" anchor="ctr" anchorCtr="0">
            <a:normAutofit lnSpcReduction="10000"/>
          </a:bodyPr>
          <a:lstStyle/>
          <a:p>
            <a:pPr marL="0" marR="0" lvl="0" indent="0" algn="ctr" rtl="0">
              <a:lnSpc>
                <a:spcPct val="114000"/>
              </a:lnSpc>
              <a:spcBef>
                <a:spcPts val="0"/>
              </a:spcBef>
              <a:spcAft>
                <a:spcPts val="0"/>
              </a:spcAft>
              <a:buClr>
                <a:srgbClr val="3F3F3F"/>
              </a:buClr>
              <a:buSzPts val="2000"/>
              <a:buFont typeface="Arial"/>
              <a:buNone/>
            </a:pPr>
            <a:r>
              <a:rPr lang="en-US" sz="2000">
                <a:solidFill>
                  <a:srgbClr val="3F3F3F"/>
                </a:solidFill>
                <a:latin typeface="Open Sans"/>
                <a:ea typeface="Open Sans"/>
                <a:cs typeface="Open Sans"/>
                <a:sym typeface="Open Sans"/>
              </a:rPr>
              <a:t>C.</a:t>
            </a:r>
            <a:endParaRPr/>
          </a:p>
        </p:txBody>
      </p:sp>
      <p:sp>
        <p:nvSpPr>
          <p:cNvPr id="86" name="Google Shape;86;p141"/>
          <p:cNvSpPr txBox="1"/>
          <p:nvPr/>
        </p:nvSpPr>
        <p:spPr>
          <a:xfrm>
            <a:off x="1713038" y="3629064"/>
            <a:ext cx="465463" cy="421719"/>
          </a:xfrm>
          <a:prstGeom prst="rect">
            <a:avLst/>
          </a:prstGeom>
          <a:noFill/>
          <a:ln>
            <a:noFill/>
          </a:ln>
        </p:spPr>
        <p:txBody>
          <a:bodyPr spcFirstLastPara="1" wrap="square" lIns="91425" tIns="45700" rIns="91425" bIns="45700" anchor="ctr" anchorCtr="0">
            <a:normAutofit lnSpcReduction="10000"/>
          </a:bodyPr>
          <a:lstStyle/>
          <a:p>
            <a:pPr marL="0" marR="0" lvl="0" indent="0" algn="ctr" rtl="0">
              <a:lnSpc>
                <a:spcPct val="114000"/>
              </a:lnSpc>
              <a:spcBef>
                <a:spcPts val="0"/>
              </a:spcBef>
              <a:spcAft>
                <a:spcPts val="0"/>
              </a:spcAft>
              <a:buClr>
                <a:srgbClr val="3F3F3F"/>
              </a:buClr>
              <a:buSzPts val="2000"/>
              <a:buFont typeface="Arial"/>
              <a:buNone/>
            </a:pPr>
            <a:r>
              <a:rPr lang="en-US" sz="2000">
                <a:solidFill>
                  <a:srgbClr val="3F3F3F"/>
                </a:solidFill>
                <a:latin typeface="Open Sans"/>
                <a:ea typeface="Open Sans"/>
                <a:cs typeface="Open Sans"/>
                <a:sym typeface="Open Sans"/>
              </a:rPr>
              <a:t>B.</a:t>
            </a:r>
            <a:endParaRPr/>
          </a:p>
        </p:txBody>
      </p:sp>
      <p:sp>
        <p:nvSpPr>
          <p:cNvPr id="87" name="Google Shape;87;p141"/>
          <p:cNvSpPr txBox="1"/>
          <p:nvPr/>
        </p:nvSpPr>
        <p:spPr>
          <a:xfrm>
            <a:off x="1708922" y="2698180"/>
            <a:ext cx="465463" cy="421719"/>
          </a:xfrm>
          <a:prstGeom prst="rect">
            <a:avLst/>
          </a:prstGeom>
          <a:noFill/>
          <a:ln>
            <a:noFill/>
          </a:ln>
        </p:spPr>
        <p:txBody>
          <a:bodyPr spcFirstLastPara="1" wrap="square" lIns="91425" tIns="45700" rIns="91425" bIns="45700" anchor="ctr" anchorCtr="0">
            <a:normAutofit lnSpcReduction="10000"/>
          </a:bodyPr>
          <a:lstStyle/>
          <a:p>
            <a:pPr marL="0" marR="0" lvl="0" indent="0" algn="ctr" rtl="0">
              <a:lnSpc>
                <a:spcPct val="114000"/>
              </a:lnSpc>
              <a:spcBef>
                <a:spcPts val="0"/>
              </a:spcBef>
              <a:spcAft>
                <a:spcPts val="0"/>
              </a:spcAft>
              <a:buClr>
                <a:srgbClr val="3F3F3F"/>
              </a:buClr>
              <a:buSzPts val="2000"/>
              <a:buFont typeface="Arial"/>
              <a:buNone/>
            </a:pPr>
            <a:r>
              <a:rPr lang="en-US" sz="2000">
                <a:solidFill>
                  <a:srgbClr val="3F3F3F"/>
                </a:solidFill>
                <a:latin typeface="Open Sans"/>
                <a:ea typeface="Open Sans"/>
                <a:cs typeface="Open Sans"/>
                <a:sym typeface="Open Sans"/>
              </a:rPr>
              <a:t>A.</a:t>
            </a:r>
            <a:endParaRPr/>
          </a:p>
        </p:txBody>
      </p:sp>
      <p:sp>
        <p:nvSpPr>
          <p:cNvPr id="88" name="Google Shape;88;p141"/>
          <p:cNvSpPr txBox="1">
            <a:spLocks noGrp="1"/>
          </p:cNvSpPr>
          <p:nvPr>
            <p:ph type="body" idx="3"/>
          </p:nvPr>
        </p:nvSpPr>
        <p:spPr>
          <a:xfrm>
            <a:off x="2338682" y="5511422"/>
            <a:ext cx="11250613" cy="836613"/>
          </a:xfrm>
          <a:prstGeom prst="rect">
            <a:avLst/>
          </a:prstGeom>
          <a:noFill/>
          <a:ln>
            <a:noFill/>
          </a:ln>
        </p:spPr>
        <p:txBody>
          <a:bodyPr spcFirstLastPara="1" wrap="square" lIns="91425" tIns="45700" rIns="91425" bIns="45700" anchor="t" anchorCtr="0">
            <a:normAutofit/>
          </a:bodyPr>
          <a:lstStyle>
            <a:lvl1pPr marL="457200" lvl="0" indent="-228600" algn="l">
              <a:lnSpc>
                <a:spcPct val="114000"/>
              </a:lnSpc>
              <a:spcBef>
                <a:spcPts val="0"/>
              </a:spcBef>
              <a:spcAft>
                <a:spcPts val="0"/>
              </a:spcAft>
              <a:buClr>
                <a:srgbClr val="3F3F3F"/>
              </a:buClr>
              <a:buSzPts val="2000"/>
              <a:buNone/>
              <a:defRPr sz="2000"/>
            </a:lvl1pPr>
            <a:lvl2pPr marL="914400" lvl="1" indent="-228600" algn="l">
              <a:lnSpc>
                <a:spcPct val="114000"/>
              </a:lnSpc>
              <a:spcBef>
                <a:spcPts val="500"/>
              </a:spcBef>
              <a:spcAft>
                <a:spcPts val="0"/>
              </a:spcAft>
              <a:buClr>
                <a:srgbClr val="3F3F3F"/>
              </a:buClr>
              <a:buSzPts val="2200"/>
              <a:buNone/>
              <a:defRPr/>
            </a:lvl2pPr>
            <a:lvl3pPr marL="1371600" lvl="2" indent="-228600" algn="l">
              <a:lnSpc>
                <a:spcPct val="114000"/>
              </a:lnSpc>
              <a:spcBef>
                <a:spcPts val="500"/>
              </a:spcBef>
              <a:spcAft>
                <a:spcPts val="0"/>
              </a:spcAft>
              <a:buClr>
                <a:srgbClr val="3F3F3F"/>
              </a:buClr>
              <a:buSzPts val="2200"/>
              <a:buNone/>
              <a:defRPr/>
            </a:lvl3pPr>
            <a:lvl4pPr marL="1828800" lvl="3" indent="-228600" algn="l">
              <a:lnSpc>
                <a:spcPct val="90000"/>
              </a:lnSpc>
              <a:spcBef>
                <a:spcPts val="500"/>
              </a:spcBef>
              <a:spcAft>
                <a:spcPts val="0"/>
              </a:spcAft>
              <a:buClr>
                <a:schemeClr val="dk1"/>
              </a:buClr>
              <a:buSzPts val="1800"/>
              <a:buNone/>
              <a:defRPr/>
            </a:lvl4pPr>
            <a:lvl5pPr marL="2286000" lvl="4" indent="-228600" algn="l">
              <a:lnSpc>
                <a:spcPct val="90000"/>
              </a:lnSpc>
              <a:spcBef>
                <a:spcPts val="500"/>
              </a:spcBef>
              <a:spcAft>
                <a:spcPts val="0"/>
              </a:spcAft>
              <a:buClr>
                <a:schemeClr val="dk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9" name="Google Shape;89;p141"/>
          <p:cNvSpPr txBox="1">
            <a:spLocks noGrp="1"/>
          </p:cNvSpPr>
          <p:nvPr>
            <p:ph type="body" idx="4"/>
          </p:nvPr>
        </p:nvSpPr>
        <p:spPr>
          <a:xfrm>
            <a:off x="2334566" y="4568181"/>
            <a:ext cx="11250613" cy="836613"/>
          </a:xfrm>
          <a:prstGeom prst="rect">
            <a:avLst/>
          </a:prstGeom>
          <a:noFill/>
          <a:ln>
            <a:noFill/>
          </a:ln>
        </p:spPr>
        <p:txBody>
          <a:bodyPr spcFirstLastPara="1" wrap="square" lIns="91425" tIns="45700" rIns="91425" bIns="45700" anchor="t" anchorCtr="0">
            <a:normAutofit/>
          </a:bodyPr>
          <a:lstStyle>
            <a:lvl1pPr marL="457200" lvl="0" indent="-228600" algn="l">
              <a:lnSpc>
                <a:spcPct val="114000"/>
              </a:lnSpc>
              <a:spcBef>
                <a:spcPts val="0"/>
              </a:spcBef>
              <a:spcAft>
                <a:spcPts val="0"/>
              </a:spcAft>
              <a:buClr>
                <a:srgbClr val="3F3F3F"/>
              </a:buClr>
              <a:buSzPts val="2000"/>
              <a:buNone/>
              <a:defRPr sz="2000"/>
            </a:lvl1pPr>
            <a:lvl2pPr marL="914400" lvl="1" indent="-228600" algn="l">
              <a:lnSpc>
                <a:spcPct val="114000"/>
              </a:lnSpc>
              <a:spcBef>
                <a:spcPts val="500"/>
              </a:spcBef>
              <a:spcAft>
                <a:spcPts val="0"/>
              </a:spcAft>
              <a:buClr>
                <a:srgbClr val="3F3F3F"/>
              </a:buClr>
              <a:buSzPts val="2200"/>
              <a:buNone/>
              <a:defRPr/>
            </a:lvl2pPr>
            <a:lvl3pPr marL="1371600" lvl="2" indent="-228600" algn="l">
              <a:lnSpc>
                <a:spcPct val="114000"/>
              </a:lnSpc>
              <a:spcBef>
                <a:spcPts val="500"/>
              </a:spcBef>
              <a:spcAft>
                <a:spcPts val="0"/>
              </a:spcAft>
              <a:buClr>
                <a:srgbClr val="3F3F3F"/>
              </a:buClr>
              <a:buSzPts val="2200"/>
              <a:buNone/>
              <a:defRPr/>
            </a:lvl3pPr>
            <a:lvl4pPr marL="1828800" lvl="3" indent="-228600" algn="l">
              <a:lnSpc>
                <a:spcPct val="90000"/>
              </a:lnSpc>
              <a:spcBef>
                <a:spcPts val="500"/>
              </a:spcBef>
              <a:spcAft>
                <a:spcPts val="0"/>
              </a:spcAft>
              <a:buClr>
                <a:schemeClr val="dk1"/>
              </a:buClr>
              <a:buSzPts val="1800"/>
              <a:buNone/>
              <a:defRPr/>
            </a:lvl4pPr>
            <a:lvl5pPr marL="2286000" lvl="4" indent="-228600" algn="l">
              <a:lnSpc>
                <a:spcPct val="90000"/>
              </a:lnSpc>
              <a:spcBef>
                <a:spcPts val="500"/>
              </a:spcBef>
              <a:spcAft>
                <a:spcPts val="0"/>
              </a:spcAft>
              <a:buClr>
                <a:schemeClr val="dk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0" name="Google Shape;90;p141"/>
          <p:cNvSpPr txBox="1">
            <a:spLocks noGrp="1"/>
          </p:cNvSpPr>
          <p:nvPr>
            <p:ph type="body" idx="5"/>
          </p:nvPr>
        </p:nvSpPr>
        <p:spPr>
          <a:xfrm>
            <a:off x="2334566" y="3629064"/>
            <a:ext cx="11250613" cy="836613"/>
          </a:xfrm>
          <a:prstGeom prst="rect">
            <a:avLst/>
          </a:prstGeom>
          <a:noFill/>
          <a:ln>
            <a:noFill/>
          </a:ln>
        </p:spPr>
        <p:txBody>
          <a:bodyPr spcFirstLastPara="1" wrap="square" lIns="91425" tIns="45700" rIns="91425" bIns="45700" anchor="t" anchorCtr="0">
            <a:normAutofit/>
          </a:bodyPr>
          <a:lstStyle>
            <a:lvl1pPr marL="457200" lvl="0" indent="-228600" algn="l">
              <a:lnSpc>
                <a:spcPct val="114000"/>
              </a:lnSpc>
              <a:spcBef>
                <a:spcPts val="0"/>
              </a:spcBef>
              <a:spcAft>
                <a:spcPts val="0"/>
              </a:spcAft>
              <a:buClr>
                <a:srgbClr val="3F3F3F"/>
              </a:buClr>
              <a:buSzPts val="2000"/>
              <a:buNone/>
              <a:defRPr sz="2000"/>
            </a:lvl1pPr>
            <a:lvl2pPr marL="914400" lvl="1" indent="-228600" algn="l">
              <a:lnSpc>
                <a:spcPct val="114000"/>
              </a:lnSpc>
              <a:spcBef>
                <a:spcPts val="500"/>
              </a:spcBef>
              <a:spcAft>
                <a:spcPts val="0"/>
              </a:spcAft>
              <a:buClr>
                <a:srgbClr val="3F3F3F"/>
              </a:buClr>
              <a:buSzPts val="2200"/>
              <a:buNone/>
              <a:defRPr/>
            </a:lvl2pPr>
            <a:lvl3pPr marL="1371600" lvl="2" indent="-228600" algn="l">
              <a:lnSpc>
                <a:spcPct val="114000"/>
              </a:lnSpc>
              <a:spcBef>
                <a:spcPts val="500"/>
              </a:spcBef>
              <a:spcAft>
                <a:spcPts val="0"/>
              </a:spcAft>
              <a:buClr>
                <a:srgbClr val="3F3F3F"/>
              </a:buClr>
              <a:buSzPts val="2200"/>
              <a:buNone/>
              <a:defRPr/>
            </a:lvl3pPr>
            <a:lvl4pPr marL="1828800" lvl="3" indent="-228600" algn="l">
              <a:lnSpc>
                <a:spcPct val="90000"/>
              </a:lnSpc>
              <a:spcBef>
                <a:spcPts val="500"/>
              </a:spcBef>
              <a:spcAft>
                <a:spcPts val="0"/>
              </a:spcAft>
              <a:buClr>
                <a:schemeClr val="dk1"/>
              </a:buClr>
              <a:buSzPts val="1800"/>
              <a:buNone/>
              <a:defRPr/>
            </a:lvl4pPr>
            <a:lvl5pPr marL="2286000" lvl="4" indent="-228600" algn="l">
              <a:lnSpc>
                <a:spcPct val="90000"/>
              </a:lnSpc>
              <a:spcBef>
                <a:spcPts val="500"/>
              </a:spcBef>
              <a:spcAft>
                <a:spcPts val="0"/>
              </a:spcAft>
              <a:buClr>
                <a:schemeClr val="dk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41"/>
          <p:cNvSpPr txBox="1">
            <a:spLocks noGrp="1"/>
          </p:cNvSpPr>
          <p:nvPr>
            <p:ph type="body" idx="6"/>
          </p:nvPr>
        </p:nvSpPr>
        <p:spPr>
          <a:xfrm>
            <a:off x="2330450" y="2698180"/>
            <a:ext cx="11250613" cy="836613"/>
          </a:xfrm>
          <a:prstGeom prst="rect">
            <a:avLst/>
          </a:prstGeom>
          <a:noFill/>
          <a:ln>
            <a:noFill/>
          </a:ln>
        </p:spPr>
        <p:txBody>
          <a:bodyPr spcFirstLastPara="1" wrap="square" lIns="91425" tIns="45700" rIns="91425" bIns="45700" anchor="t" anchorCtr="0">
            <a:normAutofit/>
          </a:bodyPr>
          <a:lstStyle>
            <a:lvl1pPr marL="457200" lvl="0" indent="-228600" algn="l">
              <a:lnSpc>
                <a:spcPct val="114000"/>
              </a:lnSpc>
              <a:spcBef>
                <a:spcPts val="0"/>
              </a:spcBef>
              <a:spcAft>
                <a:spcPts val="0"/>
              </a:spcAft>
              <a:buClr>
                <a:srgbClr val="3F3F3F"/>
              </a:buClr>
              <a:buSzPts val="2000"/>
              <a:buNone/>
              <a:defRPr sz="2000"/>
            </a:lvl1pPr>
            <a:lvl2pPr marL="914400" lvl="1" indent="-228600" algn="l">
              <a:lnSpc>
                <a:spcPct val="114000"/>
              </a:lnSpc>
              <a:spcBef>
                <a:spcPts val="500"/>
              </a:spcBef>
              <a:spcAft>
                <a:spcPts val="0"/>
              </a:spcAft>
              <a:buClr>
                <a:srgbClr val="3F3F3F"/>
              </a:buClr>
              <a:buSzPts val="2200"/>
              <a:buNone/>
              <a:defRPr/>
            </a:lvl2pPr>
            <a:lvl3pPr marL="1371600" lvl="2" indent="-228600" algn="l">
              <a:lnSpc>
                <a:spcPct val="114000"/>
              </a:lnSpc>
              <a:spcBef>
                <a:spcPts val="500"/>
              </a:spcBef>
              <a:spcAft>
                <a:spcPts val="0"/>
              </a:spcAft>
              <a:buClr>
                <a:srgbClr val="3F3F3F"/>
              </a:buClr>
              <a:buSzPts val="2200"/>
              <a:buNone/>
              <a:defRPr/>
            </a:lvl3pPr>
            <a:lvl4pPr marL="1828800" lvl="3" indent="-228600" algn="l">
              <a:lnSpc>
                <a:spcPct val="90000"/>
              </a:lnSpc>
              <a:spcBef>
                <a:spcPts val="500"/>
              </a:spcBef>
              <a:spcAft>
                <a:spcPts val="0"/>
              </a:spcAft>
              <a:buClr>
                <a:schemeClr val="dk1"/>
              </a:buClr>
              <a:buSzPts val="1800"/>
              <a:buNone/>
              <a:defRPr/>
            </a:lvl4pPr>
            <a:lvl5pPr marL="2286000" lvl="4" indent="-228600" algn="l">
              <a:lnSpc>
                <a:spcPct val="90000"/>
              </a:lnSpc>
              <a:spcBef>
                <a:spcPts val="500"/>
              </a:spcBef>
              <a:spcAft>
                <a:spcPts val="0"/>
              </a:spcAft>
              <a:buClr>
                <a:schemeClr val="dk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2" name="Google Shape;92;p141"/>
          <p:cNvSpPr txBox="1">
            <a:spLocks noGrp="1"/>
          </p:cNvSpPr>
          <p:nvPr>
            <p:ph type="body" idx="7"/>
          </p:nvPr>
        </p:nvSpPr>
        <p:spPr>
          <a:xfrm>
            <a:off x="1562390" y="1193800"/>
            <a:ext cx="1135063" cy="830263"/>
          </a:xfrm>
          <a:prstGeom prst="rect">
            <a:avLst/>
          </a:prstGeom>
          <a:noFill/>
          <a:ln>
            <a:noFill/>
          </a:ln>
        </p:spPr>
        <p:txBody>
          <a:bodyPr spcFirstLastPara="1" wrap="square" lIns="91425" tIns="45700" rIns="91425" bIns="45700" anchor="ctr" anchorCtr="0">
            <a:normAutofit/>
          </a:bodyPr>
          <a:lstStyle>
            <a:lvl1pPr marL="457200" lvl="0" indent="-228600" algn="ctr">
              <a:lnSpc>
                <a:spcPct val="114000"/>
              </a:lnSpc>
              <a:spcBef>
                <a:spcPts val="0"/>
              </a:spcBef>
              <a:spcAft>
                <a:spcPts val="0"/>
              </a:spcAft>
              <a:buClr>
                <a:schemeClr val="lt1"/>
              </a:buClr>
              <a:buSzPts val="2200"/>
              <a:buNone/>
              <a:defRPr b="1">
                <a:solidFill>
                  <a:schemeClr val="lt1"/>
                </a:solidFill>
              </a:defRPr>
            </a:lvl1pPr>
            <a:lvl2pPr marL="914400" lvl="1" indent="-342900" algn="l">
              <a:lnSpc>
                <a:spcPct val="114000"/>
              </a:lnSpc>
              <a:spcBef>
                <a:spcPts val="500"/>
              </a:spcBef>
              <a:spcAft>
                <a:spcPts val="0"/>
              </a:spcAft>
              <a:buClr>
                <a:srgbClr val="3F3F3F"/>
              </a:buClr>
              <a:buSzPts val="1800"/>
              <a:buChar char="•"/>
              <a:defRPr/>
            </a:lvl2pPr>
            <a:lvl3pPr marL="1371600" lvl="2" indent="-342900" algn="l">
              <a:lnSpc>
                <a:spcPct val="114000"/>
              </a:lnSpc>
              <a:spcBef>
                <a:spcPts val="500"/>
              </a:spcBef>
              <a:spcAft>
                <a:spcPts val="0"/>
              </a:spcAft>
              <a:buClr>
                <a:srgbClr val="3F3F3F"/>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3" name="Google Shape;93;p141"/>
          <p:cNvSpPr txBox="1">
            <a:spLocks noGrp="1"/>
          </p:cNvSpPr>
          <p:nvPr>
            <p:ph type="body" idx="8"/>
          </p:nvPr>
        </p:nvSpPr>
        <p:spPr>
          <a:xfrm>
            <a:off x="2967015" y="578759"/>
            <a:ext cx="12401573" cy="1447009"/>
          </a:xfrm>
          <a:prstGeom prst="rect">
            <a:avLst/>
          </a:prstGeom>
          <a:noFill/>
          <a:ln>
            <a:noFill/>
          </a:ln>
        </p:spPr>
        <p:txBody>
          <a:bodyPr spcFirstLastPara="1" wrap="square" lIns="91425" tIns="45700" rIns="91425" bIns="45700" anchor="ctr" anchorCtr="0">
            <a:normAutofit/>
          </a:bodyPr>
          <a:lstStyle>
            <a:lvl1pPr marL="457200" lvl="0" indent="-228600" algn="l">
              <a:lnSpc>
                <a:spcPct val="114000"/>
              </a:lnSpc>
              <a:spcBef>
                <a:spcPts val="0"/>
              </a:spcBef>
              <a:spcAft>
                <a:spcPts val="0"/>
              </a:spcAft>
              <a:buClr>
                <a:srgbClr val="3F3F3F"/>
              </a:buClr>
              <a:buSzPts val="2200"/>
              <a:buNone/>
              <a:defRPr b="1"/>
            </a:lvl1pPr>
            <a:lvl2pPr marL="914400" lvl="1" indent="-342900" algn="l">
              <a:lnSpc>
                <a:spcPct val="114000"/>
              </a:lnSpc>
              <a:spcBef>
                <a:spcPts val="500"/>
              </a:spcBef>
              <a:spcAft>
                <a:spcPts val="0"/>
              </a:spcAft>
              <a:buClr>
                <a:srgbClr val="3F3F3F"/>
              </a:buClr>
              <a:buSzPts val="1800"/>
              <a:buChar char="•"/>
              <a:defRPr/>
            </a:lvl2pPr>
            <a:lvl3pPr marL="1371600" lvl="2" indent="-342900" algn="l">
              <a:lnSpc>
                <a:spcPct val="114000"/>
              </a:lnSpc>
              <a:spcBef>
                <a:spcPts val="500"/>
              </a:spcBef>
              <a:spcAft>
                <a:spcPts val="0"/>
              </a:spcAft>
              <a:buClr>
                <a:srgbClr val="3F3F3F"/>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You Already Know">
  <p:cSld name="You Already Know">
    <p:spTree>
      <p:nvGrpSpPr>
        <p:cNvPr id="1" name="Shape 94"/>
        <p:cNvGrpSpPr/>
        <p:nvPr/>
      </p:nvGrpSpPr>
      <p:grpSpPr>
        <a:xfrm>
          <a:off x="0" y="0"/>
          <a:ext cx="0" cy="0"/>
          <a:chOff x="0" y="0"/>
          <a:chExt cx="0" cy="0"/>
        </a:xfrm>
      </p:grpSpPr>
      <p:pic>
        <p:nvPicPr>
          <p:cNvPr id="95" name="Google Shape;95;p142"/>
          <p:cNvPicPr preferRelativeResize="0"/>
          <p:nvPr/>
        </p:nvPicPr>
        <p:blipFill rotWithShape="1">
          <a:blip r:embed="rId2">
            <a:alphaModFix/>
          </a:blip>
          <a:srcRect/>
          <a:stretch/>
        </p:blipFill>
        <p:spPr>
          <a:xfrm>
            <a:off x="0" y="0"/>
            <a:ext cx="16255999" cy="9143999"/>
          </a:xfrm>
          <a:prstGeom prst="rect">
            <a:avLst/>
          </a:prstGeom>
          <a:noFill/>
          <a:ln>
            <a:noFill/>
          </a:ln>
        </p:spPr>
      </p:pic>
      <p:sp>
        <p:nvSpPr>
          <p:cNvPr id="96" name="Google Shape;96;p142"/>
          <p:cNvSpPr/>
          <p:nvPr/>
        </p:nvSpPr>
        <p:spPr>
          <a:xfrm>
            <a:off x="5718038" y="322216"/>
            <a:ext cx="4819925" cy="430887"/>
          </a:xfrm>
          <a:prstGeom prst="rect">
            <a:avLst/>
          </a:prstGeom>
          <a:noFill/>
          <a:ln>
            <a:noFill/>
          </a:ln>
        </p:spPr>
        <p:txBody>
          <a:bodyPr spcFirstLastPara="1" wrap="square" lIns="91425" tIns="0" rIns="91425" bIns="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b="1" i="0" u="none" strike="noStrike" cap="none">
                <a:solidFill>
                  <a:schemeClr val="lt1"/>
                </a:solidFill>
                <a:latin typeface="Open Sans"/>
                <a:ea typeface="Open Sans"/>
                <a:cs typeface="Open Sans"/>
                <a:sym typeface="Open Sans"/>
              </a:rPr>
              <a:t>You Already Know</a:t>
            </a:r>
            <a:endParaRPr sz="1400" b="0" i="0" u="none" strike="noStrike" cap="none">
              <a:solidFill>
                <a:srgbClr val="000000"/>
              </a:solidFill>
              <a:latin typeface="Arial"/>
              <a:ea typeface="Arial"/>
              <a:cs typeface="Arial"/>
              <a:sym typeface="Arial"/>
            </a:endParaRPr>
          </a:p>
        </p:txBody>
      </p:sp>
      <p:sp>
        <p:nvSpPr>
          <p:cNvPr id="97" name="Google Shape;97;p142"/>
          <p:cNvSpPr txBox="1">
            <a:spLocks noGrp="1"/>
          </p:cNvSpPr>
          <p:nvPr>
            <p:ph type="body" idx="1"/>
          </p:nvPr>
        </p:nvSpPr>
        <p:spPr>
          <a:xfrm>
            <a:off x="1291858" y="2603120"/>
            <a:ext cx="13696998" cy="5527418"/>
          </a:xfrm>
          <a:prstGeom prst="rect">
            <a:avLst/>
          </a:prstGeom>
          <a:noFill/>
          <a:ln>
            <a:noFill/>
          </a:ln>
        </p:spPr>
        <p:txBody>
          <a:bodyPr spcFirstLastPara="1" wrap="square" lIns="91425" tIns="0" rIns="91425" bIns="0" anchor="t" anchorCtr="0">
            <a:normAutofit/>
          </a:bodyPr>
          <a:lstStyle>
            <a:lvl1pPr marL="457200" lvl="0" indent="-228600" algn="l">
              <a:lnSpc>
                <a:spcPct val="114000"/>
              </a:lnSpc>
              <a:spcBef>
                <a:spcPts val="1000"/>
              </a:spcBef>
              <a:spcAft>
                <a:spcPts val="0"/>
              </a:spcAft>
              <a:buClr>
                <a:srgbClr val="3F3F3F"/>
              </a:buClr>
              <a:buSzPts val="2200"/>
              <a:buFont typeface="Arial"/>
              <a:buNone/>
              <a:defRPr>
                <a:solidFill>
                  <a:srgbClr val="3F3F3F"/>
                </a:solidFill>
                <a:latin typeface="Open Sans"/>
                <a:ea typeface="Open Sans"/>
                <a:cs typeface="Open Sans"/>
                <a:sym typeface="Open Sans"/>
              </a:defRPr>
            </a:lvl1pPr>
            <a:lvl2pPr marL="914400" lvl="1" indent="-342900" algn="l">
              <a:lnSpc>
                <a:spcPct val="114000"/>
              </a:lnSpc>
              <a:spcBef>
                <a:spcPts val="500"/>
              </a:spcBef>
              <a:spcAft>
                <a:spcPts val="0"/>
              </a:spcAft>
              <a:buClr>
                <a:srgbClr val="3F3F3F"/>
              </a:buClr>
              <a:buSzPts val="1800"/>
              <a:buChar char="•"/>
              <a:defRPr/>
            </a:lvl2pPr>
            <a:lvl3pPr marL="1371600" lvl="2" indent="-342900" algn="l">
              <a:lnSpc>
                <a:spcPct val="114000"/>
              </a:lnSpc>
              <a:spcBef>
                <a:spcPts val="500"/>
              </a:spcBef>
              <a:spcAft>
                <a:spcPts val="0"/>
              </a:spcAft>
              <a:buClr>
                <a:srgbClr val="3F3F3F"/>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8" name="Google Shape;98;p142"/>
          <p:cNvSpPr txBox="1">
            <a:spLocks noGrp="1"/>
          </p:cNvSpPr>
          <p:nvPr>
            <p:ph type="body" idx="2"/>
          </p:nvPr>
        </p:nvSpPr>
        <p:spPr>
          <a:xfrm>
            <a:off x="1291857" y="1512833"/>
            <a:ext cx="13696999" cy="903776"/>
          </a:xfrm>
          <a:prstGeom prst="rect">
            <a:avLst/>
          </a:prstGeom>
          <a:noFill/>
          <a:ln>
            <a:noFill/>
          </a:ln>
        </p:spPr>
        <p:txBody>
          <a:bodyPr spcFirstLastPara="1" wrap="square" lIns="91425" tIns="0" rIns="91425" bIns="0" anchor="t" anchorCtr="0">
            <a:normAutofit/>
          </a:bodyPr>
          <a:lstStyle>
            <a:lvl1pPr marL="457200" lvl="0" indent="-228600" algn="ctr">
              <a:lnSpc>
                <a:spcPct val="115000"/>
              </a:lnSpc>
              <a:spcBef>
                <a:spcPts val="0"/>
              </a:spcBef>
              <a:spcAft>
                <a:spcPts val="0"/>
              </a:spcAft>
              <a:buClr>
                <a:srgbClr val="3F3F3F"/>
              </a:buClr>
              <a:buSzPts val="2800"/>
              <a:buFont typeface="Arial"/>
              <a:buNone/>
              <a:defRPr sz="2200">
                <a:solidFill>
                  <a:srgbClr val="3F3F3F"/>
                </a:solidFill>
                <a:latin typeface="Open Sans"/>
                <a:ea typeface="Open Sans"/>
                <a:cs typeface="Open Sans"/>
                <a:sym typeface="Open Sans"/>
              </a:defRPr>
            </a:lvl1pPr>
            <a:lvl2pPr marL="914400" lvl="1" indent="-381000" algn="l">
              <a:lnSpc>
                <a:spcPct val="90000"/>
              </a:lnSpc>
              <a:spcBef>
                <a:spcPts val="500"/>
              </a:spcBef>
              <a:spcAft>
                <a:spcPts val="0"/>
              </a:spcAft>
              <a:buClr>
                <a:srgbClr val="3F3F3F"/>
              </a:buClr>
              <a:buSzPts val="2400"/>
              <a:buChar char="•"/>
              <a:defRPr/>
            </a:lvl2pPr>
            <a:lvl3pPr marL="1371600" lvl="2" indent="-355600" algn="l">
              <a:lnSpc>
                <a:spcPct val="90000"/>
              </a:lnSpc>
              <a:spcBef>
                <a:spcPts val="500"/>
              </a:spcBef>
              <a:spcAft>
                <a:spcPts val="0"/>
              </a:spcAft>
              <a:buClr>
                <a:srgbClr val="3F3F3F"/>
              </a:buClr>
              <a:buSzPts val="20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extLst>
    <p:ext uri="{DCECCB84-F9BA-43D5-87BE-67443E8EF086}">
      <p15:sldGuideLst xmlns:p15="http://schemas.microsoft.com/office/powerpoint/2012/main">
        <p15:guide id="1" pos="5120">
          <p15:clr>
            <a:srgbClr val="00000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ullet_You_already_know">
  <p:cSld name="Bullet_You_already_know">
    <p:spTree>
      <p:nvGrpSpPr>
        <p:cNvPr id="1" name="Shape 99"/>
        <p:cNvGrpSpPr/>
        <p:nvPr/>
      </p:nvGrpSpPr>
      <p:grpSpPr>
        <a:xfrm>
          <a:off x="0" y="0"/>
          <a:ext cx="0" cy="0"/>
          <a:chOff x="0" y="0"/>
          <a:chExt cx="0" cy="0"/>
        </a:xfrm>
      </p:grpSpPr>
      <p:pic>
        <p:nvPicPr>
          <p:cNvPr id="100" name="Google Shape;100;p143"/>
          <p:cNvPicPr preferRelativeResize="0"/>
          <p:nvPr/>
        </p:nvPicPr>
        <p:blipFill rotWithShape="1">
          <a:blip r:embed="rId2">
            <a:alphaModFix/>
          </a:blip>
          <a:srcRect/>
          <a:stretch/>
        </p:blipFill>
        <p:spPr>
          <a:xfrm>
            <a:off x="0" y="0"/>
            <a:ext cx="16255999" cy="9143999"/>
          </a:xfrm>
          <a:prstGeom prst="rect">
            <a:avLst/>
          </a:prstGeom>
          <a:noFill/>
          <a:ln>
            <a:noFill/>
          </a:ln>
        </p:spPr>
      </p:pic>
      <p:sp>
        <p:nvSpPr>
          <p:cNvPr id="101" name="Google Shape;101;p143"/>
          <p:cNvSpPr/>
          <p:nvPr/>
        </p:nvSpPr>
        <p:spPr>
          <a:xfrm>
            <a:off x="5718038" y="322216"/>
            <a:ext cx="4819925" cy="430887"/>
          </a:xfrm>
          <a:prstGeom prst="rect">
            <a:avLst/>
          </a:prstGeom>
          <a:noFill/>
          <a:ln>
            <a:noFill/>
          </a:ln>
        </p:spPr>
        <p:txBody>
          <a:bodyPr spcFirstLastPara="1" wrap="square" lIns="91425" tIns="0" rIns="91425" bIns="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b="1" i="0" u="none" strike="noStrike" cap="none">
                <a:solidFill>
                  <a:schemeClr val="lt1"/>
                </a:solidFill>
                <a:latin typeface="Open Sans"/>
                <a:ea typeface="Open Sans"/>
                <a:cs typeface="Open Sans"/>
                <a:sym typeface="Open Sans"/>
              </a:rPr>
              <a:t>You Already Know</a:t>
            </a:r>
            <a:endParaRPr sz="1400" b="0" i="0" u="none" strike="noStrike" cap="none">
              <a:solidFill>
                <a:srgbClr val="000000"/>
              </a:solidFill>
              <a:latin typeface="Arial"/>
              <a:ea typeface="Arial"/>
              <a:cs typeface="Arial"/>
              <a:sym typeface="Arial"/>
            </a:endParaRPr>
          </a:p>
        </p:txBody>
      </p:sp>
      <p:sp>
        <p:nvSpPr>
          <p:cNvPr id="102" name="Google Shape;102;p143"/>
          <p:cNvSpPr txBox="1">
            <a:spLocks noGrp="1"/>
          </p:cNvSpPr>
          <p:nvPr>
            <p:ph type="body" idx="1"/>
          </p:nvPr>
        </p:nvSpPr>
        <p:spPr>
          <a:xfrm>
            <a:off x="1250783" y="1512887"/>
            <a:ext cx="13732042" cy="6618287"/>
          </a:xfrm>
          <a:prstGeom prst="rect">
            <a:avLst/>
          </a:prstGeom>
          <a:noFill/>
          <a:ln>
            <a:noFill/>
          </a:ln>
        </p:spPr>
        <p:txBody>
          <a:bodyPr spcFirstLastPara="1" wrap="square" lIns="91425" tIns="45700" rIns="91425" bIns="45700" anchor="t" anchorCtr="0">
            <a:normAutofit/>
          </a:bodyPr>
          <a:lstStyle>
            <a:lvl1pPr marL="457200" lvl="0" indent="-228600" algn="l">
              <a:lnSpc>
                <a:spcPct val="114000"/>
              </a:lnSpc>
              <a:spcBef>
                <a:spcPts val="1000"/>
              </a:spcBef>
              <a:spcAft>
                <a:spcPts val="0"/>
              </a:spcAft>
              <a:buClr>
                <a:srgbClr val="3F3F3F"/>
              </a:buClr>
              <a:buSzPts val="2200"/>
              <a:buNone/>
              <a:defRPr/>
            </a:lvl1pPr>
            <a:lvl2pPr marL="914400" lvl="1" indent="-342900" algn="l">
              <a:lnSpc>
                <a:spcPct val="114000"/>
              </a:lnSpc>
              <a:spcBef>
                <a:spcPts val="500"/>
              </a:spcBef>
              <a:spcAft>
                <a:spcPts val="0"/>
              </a:spcAft>
              <a:buClr>
                <a:srgbClr val="3F3F3F"/>
              </a:buClr>
              <a:buSzPts val="1800"/>
              <a:buChar char="•"/>
              <a:defRPr/>
            </a:lvl2pPr>
            <a:lvl3pPr marL="1371600" lvl="2" indent="-368300" algn="l">
              <a:lnSpc>
                <a:spcPct val="114000"/>
              </a:lnSpc>
              <a:spcBef>
                <a:spcPts val="500"/>
              </a:spcBef>
              <a:spcAft>
                <a:spcPts val="0"/>
              </a:spcAft>
              <a:buClr>
                <a:srgbClr val="3F3F3F"/>
              </a:buClr>
              <a:buSzPts val="2200"/>
              <a:buFont typeface="Courier New"/>
              <a:buChar char="o"/>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Recap">
  <p:cSld name="Recap">
    <p:spTree>
      <p:nvGrpSpPr>
        <p:cNvPr id="1" name="Shape 103"/>
        <p:cNvGrpSpPr/>
        <p:nvPr/>
      </p:nvGrpSpPr>
      <p:grpSpPr>
        <a:xfrm>
          <a:off x="0" y="0"/>
          <a:ext cx="0" cy="0"/>
          <a:chOff x="0" y="0"/>
          <a:chExt cx="0" cy="0"/>
        </a:xfrm>
      </p:grpSpPr>
      <p:pic>
        <p:nvPicPr>
          <p:cNvPr id="104" name="Google Shape;104;p144"/>
          <p:cNvPicPr preferRelativeResize="0"/>
          <p:nvPr/>
        </p:nvPicPr>
        <p:blipFill rotWithShape="1">
          <a:blip r:embed="rId2">
            <a:alphaModFix/>
          </a:blip>
          <a:srcRect/>
          <a:stretch/>
        </p:blipFill>
        <p:spPr>
          <a:xfrm>
            <a:off x="0" y="0"/>
            <a:ext cx="16255999" cy="9143999"/>
          </a:xfrm>
          <a:prstGeom prst="rect">
            <a:avLst/>
          </a:prstGeom>
          <a:noFill/>
          <a:ln>
            <a:noFill/>
          </a:ln>
        </p:spPr>
      </p:pic>
      <p:pic>
        <p:nvPicPr>
          <p:cNvPr id="105" name="Google Shape;105;p144"/>
          <p:cNvPicPr preferRelativeResize="0"/>
          <p:nvPr/>
        </p:nvPicPr>
        <p:blipFill rotWithShape="1">
          <a:blip r:embed="rId3">
            <a:alphaModFix/>
          </a:blip>
          <a:srcRect/>
          <a:stretch/>
        </p:blipFill>
        <p:spPr>
          <a:xfrm>
            <a:off x="0" y="0"/>
            <a:ext cx="16256000" cy="9144000"/>
          </a:xfrm>
          <a:prstGeom prst="rect">
            <a:avLst/>
          </a:prstGeom>
          <a:noFill/>
          <a:ln>
            <a:noFill/>
          </a:ln>
        </p:spPr>
      </p:pic>
      <p:sp>
        <p:nvSpPr>
          <p:cNvPr id="106" name="Google Shape;106;p144"/>
          <p:cNvSpPr/>
          <p:nvPr/>
        </p:nvSpPr>
        <p:spPr>
          <a:xfrm>
            <a:off x="352712" y="438867"/>
            <a:ext cx="2404969" cy="430887"/>
          </a:xfrm>
          <a:prstGeom prst="rect">
            <a:avLst/>
          </a:prstGeom>
          <a:noFill/>
          <a:ln>
            <a:noFill/>
          </a:ln>
        </p:spPr>
        <p:txBody>
          <a:bodyPr spcFirstLastPara="1" wrap="square" lIns="91425" tIns="0" rIns="91425" bIns="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b="1" i="0" u="none" strike="noStrike" cap="none">
                <a:solidFill>
                  <a:schemeClr val="lt1"/>
                </a:solidFill>
                <a:latin typeface="Open Sans"/>
                <a:ea typeface="Open Sans"/>
                <a:cs typeface="Open Sans"/>
                <a:sym typeface="Open Sans"/>
              </a:rPr>
              <a:t>Recap</a:t>
            </a:r>
            <a:endParaRPr sz="1400" b="0" i="0" u="none" strike="noStrike" cap="none">
              <a:solidFill>
                <a:srgbClr val="000000"/>
              </a:solidFill>
              <a:latin typeface="Arial"/>
              <a:ea typeface="Arial"/>
              <a:cs typeface="Arial"/>
              <a:sym typeface="Arial"/>
            </a:endParaRPr>
          </a:p>
        </p:txBody>
      </p:sp>
      <p:sp>
        <p:nvSpPr>
          <p:cNvPr id="107" name="Google Shape;107;p144"/>
          <p:cNvSpPr txBox="1">
            <a:spLocks noGrp="1"/>
          </p:cNvSpPr>
          <p:nvPr>
            <p:ph type="body" idx="1"/>
          </p:nvPr>
        </p:nvSpPr>
        <p:spPr>
          <a:xfrm>
            <a:off x="844889" y="1622017"/>
            <a:ext cx="10807533" cy="903776"/>
          </a:xfrm>
          <a:prstGeom prst="rect">
            <a:avLst/>
          </a:prstGeom>
          <a:noFill/>
          <a:ln>
            <a:noFill/>
          </a:ln>
        </p:spPr>
        <p:txBody>
          <a:bodyPr spcFirstLastPara="1" wrap="square" lIns="91425" tIns="0" rIns="91425" bIns="0" anchor="t" anchorCtr="0">
            <a:normAutofit/>
          </a:bodyPr>
          <a:lstStyle>
            <a:lvl1pPr marL="457200" lvl="0" indent="-228600" algn="l">
              <a:lnSpc>
                <a:spcPct val="114000"/>
              </a:lnSpc>
              <a:spcBef>
                <a:spcPts val="1000"/>
              </a:spcBef>
              <a:spcAft>
                <a:spcPts val="0"/>
              </a:spcAft>
              <a:buClr>
                <a:srgbClr val="3F3F3F"/>
              </a:buClr>
              <a:buSzPts val="2200"/>
              <a:buFont typeface="Arial"/>
              <a:buNone/>
              <a:defRPr>
                <a:solidFill>
                  <a:srgbClr val="3F3F3F"/>
                </a:solidFill>
                <a:latin typeface="Open Sans"/>
                <a:ea typeface="Open Sans"/>
                <a:cs typeface="Open Sans"/>
                <a:sym typeface="Open Sans"/>
              </a:defRPr>
            </a:lvl1pPr>
            <a:lvl2pPr marL="914400" lvl="1" indent="-342900" algn="l">
              <a:lnSpc>
                <a:spcPct val="114000"/>
              </a:lnSpc>
              <a:spcBef>
                <a:spcPts val="500"/>
              </a:spcBef>
              <a:spcAft>
                <a:spcPts val="0"/>
              </a:spcAft>
              <a:buClr>
                <a:srgbClr val="3F3F3F"/>
              </a:buClr>
              <a:buSzPts val="1800"/>
              <a:buChar char="•"/>
              <a:defRPr/>
            </a:lvl2pPr>
            <a:lvl3pPr marL="1371600" lvl="2" indent="-342900" algn="l">
              <a:lnSpc>
                <a:spcPct val="114000"/>
              </a:lnSpc>
              <a:spcBef>
                <a:spcPts val="500"/>
              </a:spcBef>
              <a:spcAft>
                <a:spcPts val="0"/>
              </a:spcAft>
              <a:buClr>
                <a:srgbClr val="3F3F3F"/>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8" name="Google Shape;108;p144"/>
          <p:cNvSpPr txBox="1">
            <a:spLocks noGrp="1"/>
          </p:cNvSpPr>
          <p:nvPr>
            <p:ph type="body" idx="2"/>
          </p:nvPr>
        </p:nvSpPr>
        <p:spPr>
          <a:xfrm>
            <a:off x="812800" y="2712304"/>
            <a:ext cx="10839622" cy="5527418"/>
          </a:xfrm>
          <a:prstGeom prst="rect">
            <a:avLst/>
          </a:prstGeom>
          <a:noFill/>
          <a:ln>
            <a:noFill/>
          </a:ln>
        </p:spPr>
        <p:txBody>
          <a:bodyPr spcFirstLastPara="1" wrap="square" lIns="91425" tIns="0" rIns="91425" bIns="0" anchor="t" anchorCtr="0">
            <a:normAutofit/>
          </a:bodyPr>
          <a:lstStyle>
            <a:lvl1pPr marL="457200" lvl="0" indent="-228600" algn="l">
              <a:lnSpc>
                <a:spcPct val="114000"/>
              </a:lnSpc>
              <a:spcBef>
                <a:spcPts val="1000"/>
              </a:spcBef>
              <a:spcAft>
                <a:spcPts val="0"/>
              </a:spcAft>
              <a:buClr>
                <a:srgbClr val="3F3F3F"/>
              </a:buClr>
              <a:buSzPts val="2200"/>
              <a:buFont typeface="Arial"/>
              <a:buNone/>
              <a:defRPr>
                <a:solidFill>
                  <a:srgbClr val="3F3F3F"/>
                </a:solidFill>
                <a:latin typeface="Open Sans"/>
                <a:ea typeface="Open Sans"/>
                <a:cs typeface="Open Sans"/>
                <a:sym typeface="Open Sans"/>
              </a:defRPr>
            </a:lvl1pPr>
            <a:lvl2pPr marL="914400" lvl="1" indent="-342900" algn="l">
              <a:lnSpc>
                <a:spcPct val="114000"/>
              </a:lnSpc>
              <a:spcBef>
                <a:spcPts val="500"/>
              </a:spcBef>
              <a:spcAft>
                <a:spcPts val="0"/>
              </a:spcAft>
              <a:buClr>
                <a:srgbClr val="3F3F3F"/>
              </a:buClr>
              <a:buSzPts val="1800"/>
              <a:buChar char="•"/>
              <a:defRPr/>
            </a:lvl2pPr>
            <a:lvl3pPr marL="1371600" lvl="2" indent="-342900" algn="l">
              <a:lnSpc>
                <a:spcPct val="114000"/>
              </a:lnSpc>
              <a:spcBef>
                <a:spcPts val="500"/>
              </a:spcBef>
              <a:spcAft>
                <a:spcPts val="0"/>
              </a:spcAft>
              <a:buClr>
                <a:srgbClr val="3F3F3F"/>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ullets_for_Aday_Recap">
  <p:cSld name="Bullets_for_Aday_Recap">
    <p:spTree>
      <p:nvGrpSpPr>
        <p:cNvPr id="1" name="Shape 109"/>
        <p:cNvGrpSpPr/>
        <p:nvPr/>
      </p:nvGrpSpPr>
      <p:grpSpPr>
        <a:xfrm>
          <a:off x="0" y="0"/>
          <a:ext cx="0" cy="0"/>
          <a:chOff x="0" y="0"/>
          <a:chExt cx="0" cy="0"/>
        </a:xfrm>
      </p:grpSpPr>
      <p:sp>
        <p:nvSpPr>
          <p:cNvPr id="110" name="Google Shape;110;p145"/>
          <p:cNvSpPr txBox="1">
            <a:spLocks noGrp="1"/>
          </p:cNvSpPr>
          <p:nvPr>
            <p:ph type="body" idx="1"/>
          </p:nvPr>
        </p:nvSpPr>
        <p:spPr>
          <a:xfrm>
            <a:off x="844889" y="1512833"/>
            <a:ext cx="10807533" cy="903776"/>
          </a:xfrm>
          <a:prstGeom prst="rect">
            <a:avLst/>
          </a:prstGeom>
          <a:noFill/>
          <a:ln>
            <a:noFill/>
          </a:ln>
        </p:spPr>
        <p:txBody>
          <a:bodyPr spcFirstLastPara="1" wrap="square" lIns="91425" tIns="45700" rIns="91425" bIns="45700" anchor="t" anchorCtr="0">
            <a:normAutofit/>
          </a:bodyPr>
          <a:lstStyle>
            <a:lvl1pPr marL="457200" lvl="0" indent="-228600" algn="l">
              <a:lnSpc>
                <a:spcPct val="114000"/>
              </a:lnSpc>
              <a:spcBef>
                <a:spcPts val="1000"/>
              </a:spcBef>
              <a:spcAft>
                <a:spcPts val="0"/>
              </a:spcAft>
              <a:buClr>
                <a:srgbClr val="3F3F3F"/>
              </a:buClr>
              <a:buSzPts val="2200"/>
              <a:buFont typeface="Arial"/>
              <a:buNone/>
              <a:defRPr/>
            </a:lvl1pPr>
            <a:lvl2pPr marL="914400" lvl="1" indent="-342900" algn="l">
              <a:lnSpc>
                <a:spcPct val="114000"/>
              </a:lnSpc>
              <a:spcBef>
                <a:spcPts val="500"/>
              </a:spcBef>
              <a:spcAft>
                <a:spcPts val="0"/>
              </a:spcAft>
              <a:buClr>
                <a:srgbClr val="3F3F3F"/>
              </a:buClr>
              <a:buSzPts val="1800"/>
              <a:buChar char="•"/>
              <a:defRPr/>
            </a:lvl2pPr>
            <a:lvl3pPr marL="1371600" lvl="2" indent="-342900" algn="l">
              <a:lnSpc>
                <a:spcPct val="114000"/>
              </a:lnSpc>
              <a:spcBef>
                <a:spcPts val="500"/>
              </a:spcBef>
              <a:spcAft>
                <a:spcPts val="0"/>
              </a:spcAft>
              <a:buClr>
                <a:srgbClr val="3F3F3F"/>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1" name="Google Shape;111;p145"/>
          <p:cNvSpPr txBox="1">
            <a:spLocks noGrp="1"/>
          </p:cNvSpPr>
          <p:nvPr>
            <p:ph type="body" idx="2"/>
          </p:nvPr>
        </p:nvSpPr>
        <p:spPr>
          <a:xfrm>
            <a:off x="844550" y="2603500"/>
            <a:ext cx="10807700" cy="5538468"/>
          </a:xfrm>
          <a:prstGeom prst="rect">
            <a:avLst/>
          </a:prstGeom>
          <a:noFill/>
          <a:ln>
            <a:noFill/>
          </a:ln>
        </p:spPr>
        <p:txBody>
          <a:bodyPr spcFirstLastPara="1" wrap="square" lIns="91425" tIns="45700" rIns="91425" bIns="45700" anchor="t" anchorCtr="0">
            <a:normAutofit/>
          </a:bodyPr>
          <a:lstStyle>
            <a:lvl1pPr marL="457200" lvl="0" indent="-228600" algn="l">
              <a:lnSpc>
                <a:spcPct val="114000"/>
              </a:lnSpc>
              <a:spcBef>
                <a:spcPts val="1000"/>
              </a:spcBef>
              <a:spcAft>
                <a:spcPts val="0"/>
              </a:spcAft>
              <a:buClr>
                <a:srgbClr val="3F3F3F"/>
              </a:buClr>
              <a:buSzPts val="2200"/>
              <a:buNone/>
              <a:defRPr/>
            </a:lvl1pPr>
            <a:lvl2pPr marL="914400" lvl="1" indent="-342900" algn="l">
              <a:lnSpc>
                <a:spcPct val="114000"/>
              </a:lnSpc>
              <a:spcBef>
                <a:spcPts val="500"/>
              </a:spcBef>
              <a:spcAft>
                <a:spcPts val="0"/>
              </a:spcAft>
              <a:buClr>
                <a:srgbClr val="3F3F3F"/>
              </a:buClr>
              <a:buSzPts val="1800"/>
              <a:buChar char="•"/>
              <a:defRPr/>
            </a:lvl2pPr>
            <a:lvl3pPr marL="1371600" lvl="2" indent="-368300" algn="l">
              <a:lnSpc>
                <a:spcPct val="114000"/>
              </a:lnSpc>
              <a:spcBef>
                <a:spcPts val="500"/>
              </a:spcBef>
              <a:spcAft>
                <a:spcPts val="0"/>
              </a:spcAft>
              <a:buClr>
                <a:srgbClr val="3F3F3F"/>
              </a:buClr>
              <a:buSzPts val="2200"/>
              <a:buFont typeface="Courier New"/>
              <a:buChar char="o"/>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Bullet_Content_Slide">
  <p:cSld name="Bullet_Content_Slide">
    <p:spTree>
      <p:nvGrpSpPr>
        <p:cNvPr id="1" name="Shape 112"/>
        <p:cNvGrpSpPr/>
        <p:nvPr/>
      </p:nvGrpSpPr>
      <p:grpSpPr>
        <a:xfrm>
          <a:off x="0" y="0"/>
          <a:ext cx="0" cy="0"/>
          <a:chOff x="0" y="0"/>
          <a:chExt cx="0" cy="0"/>
        </a:xfrm>
      </p:grpSpPr>
      <p:pic>
        <p:nvPicPr>
          <p:cNvPr id="113" name="Google Shape;113;p146"/>
          <p:cNvPicPr preferRelativeResize="0"/>
          <p:nvPr/>
        </p:nvPicPr>
        <p:blipFill rotWithShape="1">
          <a:blip r:embed="rId2">
            <a:alphaModFix/>
          </a:blip>
          <a:srcRect/>
          <a:stretch/>
        </p:blipFill>
        <p:spPr>
          <a:xfrm>
            <a:off x="0" y="0"/>
            <a:ext cx="16255999" cy="9143999"/>
          </a:xfrm>
          <a:prstGeom prst="rect">
            <a:avLst/>
          </a:prstGeom>
          <a:noFill/>
          <a:ln>
            <a:noFill/>
          </a:ln>
        </p:spPr>
      </p:pic>
      <p:sp>
        <p:nvSpPr>
          <p:cNvPr id="114" name="Google Shape;114;p146"/>
          <p:cNvSpPr txBox="1">
            <a:spLocks noGrp="1"/>
          </p:cNvSpPr>
          <p:nvPr>
            <p:ph type="body" idx="1"/>
          </p:nvPr>
        </p:nvSpPr>
        <p:spPr>
          <a:xfrm>
            <a:off x="1291857" y="1512833"/>
            <a:ext cx="13696999" cy="903776"/>
          </a:xfrm>
          <a:prstGeom prst="rect">
            <a:avLst/>
          </a:prstGeom>
          <a:noFill/>
          <a:ln>
            <a:noFill/>
          </a:ln>
        </p:spPr>
        <p:txBody>
          <a:bodyPr spcFirstLastPara="1" wrap="square" lIns="91425" tIns="0" rIns="91425" bIns="0" anchor="t" anchorCtr="0">
            <a:normAutofit/>
          </a:bodyPr>
          <a:lstStyle>
            <a:lvl1pPr marL="457200" lvl="0" indent="-228600" algn="l">
              <a:lnSpc>
                <a:spcPct val="114000"/>
              </a:lnSpc>
              <a:spcBef>
                <a:spcPts val="1000"/>
              </a:spcBef>
              <a:spcAft>
                <a:spcPts val="0"/>
              </a:spcAft>
              <a:buClr>
                <a:srgbClr val="3F3F3F"/>
              </a:buClr>
              <a:buSzPts val="2200"/>
              <a:buFont typeface="Arial"/>
              <a:buNone/>
              <a:defRPr>
                <a:solidFill>
                  <a:srgbClr val="3F3F3F"/>
                </a:solidFill>
                <a:latin typeface="Open Sans"/>
                <a:ea typeface="Open Sans"/>
                <a:cs typeface="Open Sans"/>
                <a:sym typeface="Open Sans"/>
              </a:defRPr>
            </a:lvl1pPr>
            <a:lvl2pPr marL="914400" lvl="1" indent="-342900" algn="l">
              <a:lnSpc>
                <a:spcPct val="114000"/>
              </a:lnSpc>
              <a:spcBef>
                <a:spcPts val="500"/>
              </a:spcBef>
              <a:spcAft>
                <a:spcPts val="0"/>
              </a:spcAft>
              <a:buClr>
                <a:srgbClr val="3F3F3F"/>
              </a:buClr>
              <a:buSzPts val="1800"/>
              <a:buChar char="•"/>
              <a:defRPr/>
            </a:lvl2pPr>
            <a:lvl3pPr marL="1371600" lvl="2" indent="-342900" algn="l">
              <a:lnSpc>
                <a:spcPct val="114000"/>
              </a:lnSpc>
              <a:spcBef>
                <a:spcPts val="500"/>
              </a:spcBef>
              <a:spcAft>
                <a:spcPts val="0"/>
              </a:spcAft>
              <a:buClr>
                <a:srgbClr val="3F3F3F"/>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115" name="Google Shape;115;p146" descr="A picture containing colorfulness, pattern, rectangle, screenshot&#10;&#10;Description automatically generated"/>
          <p:cNvPicPr preferRelativeResize="0"/>
          <p:nvPr/>
        </p:nvPicPr>
        <p:blipFill rotWithShape="1">
          <a:blip r:embed="rId3">
            <a:alphaModFix/>
          </a:blip>
          <a:srcRect/>
          <a:stretch/>
        </p:blipFill>
        <p:spPr>
          <a:xfrm>
            <a:off x="16566008" y="897196"/>
            <a:ext cx="1219478" cy="7291461"/>
          </a:xfrm>
          <a:prstGeom prst="rect">
            <a:avLst/>
          </a:prstGeom>
          <a:noFill/>
          <a:ln>
            <a:noFill/>
          </a:ln>
        </p:spPr>
      </p:pic>
      <p:sp>
        <p:nvSpPr>
          <p:cNvPr id="116" name="Google Shape;116;p146"/>
          <p:cNvSpPr txBox="1">
            <a:spLocks noGrp="1"/>
          </p:cNvSpPr>
          <p:nvPr>
            <p:ph type="body" idx="2"/>
          </p:nvPr>
        </p:nvSpPr>
        <p:spPr>
          <a:xfrm>
            <a:off x="1285825" y="2612636"/>
            <a:ext cx="13697000" cy="5517901"/>
          </a:xfrm>
          <a:prstGeom prst="rect">
            <a:avLst/>
          </a:prstGeom>
          <a:noFill/>
          <a:ln>
            <a:noFill/>
          </a:ln>
        </p:spPr>
        <p:txBody>
          <a:bodyPr spcFirstLastPara="1" wrap="square" lIns="91425" tIns="45700" rIns="91425" bIns="45700" anchor="t" anchorCtr="0">
            <a:normAutofit/>
          </a:bodyPr>
          <a:lstStyle>
            <a:lvl1pPr marL="457200" lvl="0" indent="-228600" algn="l">
              <a:lnSpc>
                <a:spcPct val="114000"/>
              </a:lnSpc>
              <a:spcBef>
                <a:spcPts val="1000"/>
              </a:spcBef>
              <a:spcAft>
                <a:spcPts val="0"/>
              </a:spcAft>
              <a:buClr>
                <a:srgbClr val="3F3F3F"/>
              </a:buClr>
              <a:buSzPts val="2200"/>
              <a:buNone/>
              <a:defRPr/>
            </a:lvl1pPr>
            <a:lvl2pPr marL="914400" lvl="1" indent="-342900" algn="l">
              <a:lnSpc>
                <a:spcPct val="114000"/>
              </a:lnSpc>
              <a:spcBef>
                <a:spcPts val="500"/>
              </a:spcBef>
              <a:spcAft>
                <a:spcPts val="0"/>
              </a:spcAft>
              <a:buClr>
                <a:srgbClr val="3F3F3F"/>
              </a:buClr>
              <a:buSzPts val="1800"/>
              <a:buChar char="•"/>
              <a:defRPr/>
            </a:lvl2pPr>
            <a:lvl3pPr marL="1371600" lvl="2" indent="-368300" algn="l">
              <a:lnSpc>
                <a:spcPct val="114000"/>
              </a:lnSpc>
              <a:spcBef>
                <a:spcPts val="500"/>
              </a:spcBef>
              <a:spcAft>
                <a:spcPts val="0"/>
              </a:spcAft>
              <a:buClr>
                <a:srgbClr val="3F3F3F"/>
              </a:buClr>
              <a:buSzPts val="2200"/>
              <a:buFont typeface="Courier New"/>
              <a:buChar char="o"/>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7" name="Google Shape;117;p146"/>
          <p:cNvSpPr txBox="1">
            <a:spLocks noGrp="1"/>
          </p:cNvSpPr>
          <p:nvPr>
            <p:ph type="title"/>
          </p:nvPr>
        </p:nvSpPr>
        <p:spPr>
          <a:xfrm>
            <a:off x="-10160" y="229878"/>
            <a:ext cx="16276320" cy="687244"/>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3F3F3F"/>
              </a:buClr>
              <a:buSzPts val="4400"/>
              <a:buFont typeface="Arial"/>
              <a:buNone/>
              <a:defRPr sz="2800" b="1">
                <a:solidFill>
                  <a:srgbClr val="3F3F3F"/>
                </a:solidFill>
                <a:latin typeface="Open Sans"/>
                <a:ea typeface="Open Sans"/>
                <a:cs typeface="Open Sans"/>
                <a:sym typeface="Open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Ques_Ans_Are">
  <p:cSld name="Ques_Ans_Are">
    <p:spTree>
      <p:nvGrpSpPr>
        <p:cNvPr id="1" name="Shape 118"/>
        <p:cNvGrpSpPr/>
        <p:nvPr/>
      </p:nvGrpSpPr>
      <p:grpSpPr>
        <a:xfrm>
          <a:off x="0" y="0"/>
          <a:ext cx="0" cy="0"/>
          <a:chOff x="0" y="0"/>
          <a:chExt cx="0" cy="0"/>
        </a:xfrm>
      </p:grpSpPr>
      <p:pic>
        <p:nvPicPr>
          <p:cNvPr id="119" name="Google Shape;119;p147"/>
          <p:cNvPicPr preferRelativeResize="0"/>
          <p:nvPr/>
        </p:nvPicPr>
        <p:blipFill rotWithShape="1">
          <a:blip r:embed="rId2">
            <a:alphaModFix/>
          </a:blip>
          <a:srcRect/>
          <a:stretch/>
        </p:blipFill>
        <p:spPr>
          <a:xfrm>
            <a:off x="1" y="1"/>
            <a:ext cx="16255999" cy="9143999"/>
          </a:xfrm>
          <a:prstGeom prst="rect">
            <a:avLst/>
          </a:prstGeom>
          <a:noFill/>
          <a:ln>
            <a:noFill/>
          </a:ln>
        </p:spPr>
      </p:pic>
      <p:sp>
        <p:nvSpPr>
          <p:cNvPr id="120" name="Google Shape;120;p147"/>
          <p:cNvSpPr txBox="1"/>
          <p:nvPr/>
        </p:nvSpPr>
        <p:spPr>
          <a:xfrm>
            <a:off x="670034" y="7369706"/>
            <a:ext cx="2913425" cy="40011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3F3F3F"/>
                </a:solidFill>
                <a:latin typeface="Open Sans"/>
                <a:ea typeface="Open Sans"/>
                <a:cs typeface="Open Sans"/>
                <a:sym typeface="Open Sans"/>
              </a:rPr>
              <a:t>The correct answer are</a:t>
            </a:r>
            <a:endParaRPr sz="1400" b="0" i="0" u="none" strike="noStrike" cap="none">
              <a:solidFill>
                <a:srgbClr val="000000"/>
              </a:solidFill>
              <a:latin typeface="Open Sans"/>
              <a:ea typeface="Open Sans"/>
              <a:cs typeface="Open Sans"/>
              <a:sym typeface="Open Sans"/>
            </a:endParaRPr>
          </a:p>
        </p:txBody>
      </p:sp>
      <p:cxnSp>
        <p:nvCxnSpPr>
          <p:cNvPr id="121" name="Google Shape;121;p147"/>
          <p:cNvCxnSpPr/>
          <p:nvPr/>
        </p:nvCxnSpPr>
        <p:spPr>
          <a:xfrm>
            <a:off x="670034" y="7854368"/>
            <a:ext cx="13167360" cy="0"/>
          </a:xfrm>
          <a:prstGeom prst="straightConnector1">
            <a:avLst/>
          </a:prstGeom>
          <a:noFill/>
          <a:ln w="9525" cap="flat" cmpd="sng">
            <a:solidFill>
              <a:schemeClr val="dk1"/>
            </a:solidFill>
            <a:prstDash val="solid"/>
            <a:round/>
            <a:headEnd type="none" w="sm" len="sm"/>
            <a:tailEnd type="none" w="sm" len="sm"/>
          </a:ln>
        </p:spPr>
      </p:cxnSp>
      <p:cxnSp>
        <p:nvCxnSpPr>
          <p:cNvPr id="122" name="Google Shape;122;p147"/>
          <p:cNvCxnSpPr/>
          <p:nvPr/>
        </p:nvCxnSpPr>
        <p:spPr>
          <a:xfrm>
            <a:off x="649436" y="7265358"/>
            <a:ext cx="13167360" cy="0"/>
          </a:xfrm>
          <a:prstGeom prst="straightConnector1">
            <a:avLst/>
          </a:prstGeom>
          <a:noFill/>
          <a:ln w="9525" cap="flat" cmpd="sng">
            <a:solidFill>
              <a:schemeClr val="dk1"/>
            </a:solidFill>
            <a:prstDash val="solid"/>
            <a:round/>
            <a:headEnd type="none" w="sm" len="sm"/>
            <a:tailEnd type="none" w="sm" len="sm"/>
          </a:ln>
        </p:spPr>
      </p:cxnSp>
      <p:sp>
        <p:nvSpPr>
          <p:cNvPr id="123" name="Google Shape;123;p147"/>
          <p:cNvSpPr txBox="1">
            <a:spLocks noGrp="1"/>
          </p:cNvSpPr>
          <p:nvPr>
            <p:ph type="body" idx="1"/>
          </p:nvPr>
        </p:nvSpPr>
        <p:spPr>
          <a:xfrm>
            <a:off x="3484605" y="7277661"/>
            <a:ext cx="8601033" cy="584200"/>
          </a:xfrm>
          <a:prstGeom prst="rect">
            <a:avLst/>
          </a:prstGeom>
          <a:noFill/>
          <a:ln>
            <a:noFill/>
          </a:ln>
        </p:spPr>
        <p:txBody>
          <a:bodyPr spcFirstLastPara="1" wrap="square" lIns="91425" tIns="45700" rIns="91425" bIns="45700" anchor="ctr" anchorCtr="0">
            <a:normAutofit/>
          </a:bodyPr>
          <a:lstStyle>
            <a:lvl1pPr marL="457200" lvl="0" indent="-228600" algn="l">
              <a:lnSpc>
                <a:spcPct val="114000"/>
              </a:lnSpc>
              <a:spcBef>
                <a:spcPts val="0"/>
              </a:spcBef>
              <a:spcAft>
                <a:spcPts val="0"/>
              </a:spcAft>
              <a:buClr>
                <a:srgbClr val="024F93"/>
              </a:buClr>
              <a:buSzPts val="2000"/>
              <a:buNone/>
              <a:defRPr sz="2000" b="1">
                <a:solidFill>
                  <a:srgbClr val="024F93"/>
                </a:solidFill>
              </a:defRPr>
            </a:lvl1pPr>
            <a:lvl2pPr marL="914400" lvl="1" indent="-228600" algn="l">
              <a:lnSpc>
                <a:spcPct val="114000"/>
              </a:lnSpc>
              <a:spcBef>
                <a:spcPts val="500"/>
              </a:spcBef>
              <a:spcAft>
                <a:spcPts val="0"/>
              </a:spcAft>
              <a:buClr>
                <a:srgbClr val="3F3F3F"/>
              </a:buClr>
              <a:buSzPts val="2200"/>
              <a:buNone/>
              <a:defRPr/>
            </a:lvl2pPr>
            <a:lvl3pPr marL="1371600" lvl="2" indent="-228600" algn="l">
              <a:lnSpc>
                <a:spcPct val="114000"/>
              </a:lnSpc>
              <a:spcBef>
                <a:spcPts val="500"/>
              </a:spcBef>
              <a:spcAft>
                <a:spcPts val="0"/>
              </a:spcAft>
              <a:buClr>
                <a:srgbClr val="3F3F3F"/>
              </a:buClr>
              <a:buSzPts val="2200"/>
              <a:buNone/>
              <a:defRPr/>
            </a:lvl3pPr>
            <a:lvl4pPr marL="1828800" lvl="3" indent="-228600" algn="l">
              <a:lnSpc>
                <a:spcPct val="90000"/>
              </a:lnSpc>
              <a:spcBef>
                <a:spcPts val="500"/>
              </a:spcBef>
              <a:spcAft>
                <a:spcPts val="0"/>
              </a:spcAft>
              <a:buClr>
                <a:schemeClr val="dk1"/>
              </a:buClr>
              <a:buSzPts val="1800"/>
              <a:buNone/>
              <a:defRPr/>
            </a:lvl4pPr>
            <a:lvl5pPr marL="2286000" lvl="4" indent="-228600" algn="l">
              <a:lnSpc>
                <a:spcPct val="90000"/>
              </a:lnSpc>
              <a:spcBef>
                <a:spcPts val="500"/>
              </a:spcBef>
              <a:spcAft>
                <a:spcPts val="0"/>
              </a:spcAft>
              <a:buClr>
                <a:schemeClr val="dk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4" name="Google Shape;124;p147"/>
          <p:cNvSpPr txBox="1">
            <a:spLocks noGrp="1"/>
          </p:cNvSpPr>
          <p:nvPr>
            <p:ph type="body" idx="2"/>
          </p:nvPr>
        </p:nvSpPr>
        <p:spPr>
          <a:xfrm>
            <a:off x="669925" y="7935913"/>
            <a:ext cx="13095288" cy="1004887"/>
          </a:xfrm>
          <a:prstGeom prst="rect">
            <a:avLst/>
          </a:prstGeom>
          <a:noFill/>
          <a:ln>
            <a:noFill/>
          </a:ln>
        </p:spPr>
        <p:txBody>
          <a:bodyPr spcFirstLastPara="1" wrap="square" lIns="91425" tIns="45700" rIns="91425" bIns="45700" anchor="t" anchorCtr="0">
            <a:normAutofit/>
          </a:bodyPr>
          <a:lstStyle>
            <a:lvl1pPr marL="457200" lvl="0" indent="-228600" algn="l">
              <a:lnSpc>
                <a:spcPct val="114000"/>
              </a:lnSpc>
              <a:spcBef>
                <a:spcPts val="0"/>
              </a:spcBef>
              <a:spcAft>
                <a:spcPts val="0"/>
              </a:spcAft>
              <a:buClr>
                <a:srgbClr val="3F3F3F"/>
              </a:buClr>
              <a:buSzPts val="2000"/>
              <a:buNone/>
              <a:defRPr sz="2000" b="1"/>
            </a:lvl1pPr>
            <a:lvl2pPr marL="914400" lvl="1" indent="-228600" algn="l">
              <a:lnSpc>
                <a:spcPct val="114000"/>
              </a:lnSpc>
              <a:spcBef>
                <a:spcPts val="500"/>
              </a:spcBef>
              <a:spcAft>
                <a:spcPts val="0"/>
              </a:spcAft>
              <a:buClr>
                <a:srgbClr val="3F3F3F"/>
              </a:buClr>
              <a:buSzPts val="2200"/>
              <a:buNone/>
              <a:defRPr/>
            </a:lvl2pPr>
            <a:lvl3pPr marL="1371600" lvl="2" indent="-228600" algn="l">
              <a:lnSpc>
                <a:spcPct val="114000"/>
              </a:lnSpc>
              <a:spcBef>
                <a:spcPts val="500"/>
              </a:spcBef>
              <a:spcAft>
                <a:spcPts val="0"/>
              </a:spcAft>
              <a:buClr>
                <a:srgbClr val="3F3F3F"/>
              </a:buClr>
              <a:buSzPts val="2200"/>
              <a:buNone/>
              <a:defRPr/>
            </a:lvl3pPr>
            <a:lvl4pPr marL="1828800" lvl="3" indent="-228600" algn="l">
              <a:lnSpc>
                <a:spcPct val="90000"/>
              </a:lnSpc>
              <a:spcBef>
                <a:spcPts val="500"/>
              </a:spcBef>
              <a:spcAft>
                <a:spcPts val="0"/>
              </a:spcAft>
              <a:buClr>
                <a:schemeClr val="dk1"/>
              </a:buClr>
              <a:buSzPts val="1800"/>
              <a:buNone/>
              <a:defRPr/>
            </a:lvl4pPr>
            <a:lvl5pPr marL="2286000" lvl="4" indent="-228600" algn="l">
              <a:lnSpc>
                <a:spcPct val="90000"/>
              </a:lnSpc>
              <a:spcBef>
                <a:spcPts val="500"/>
              </a:spcBef>
              <a:spcAft>
                <a:spcPts val="0"/>
              </a:spcAft>
              <a:buClr>
                <a:schemeClr val="dk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5" name="Google Shape;125;p147"/>
          <p:cNvSpPr/>
          <p:nvPr/>
        </p:nvSpPr>
        <p:spPr>
          <a:xfrm>
            <a:off x="1281113" y="590549"/>
            <a:ext cx="1685902" cy="1438275"/>
          </a:xfrm>
          <a:prstGeom prst="rect">
            <a:avLst/>
          </a:prstGeom>
          <a:solidFill>
            <a:srgbClr val="3D9C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6" name="Google Shape;126;p147"/>
          <p:cNvSpPr txBox="1"/>
          <p:nvPr/>
        </p:nvSpPr>
        <p:spPr>
          <a:xfrm>
            <a:off x="1280469" y="732325"/>
            <a:ext cx="1698904" cy="46166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000" b="1" i="0" u="none" strike="noStrike" cap="none">
                <a:solidFill>
                  <a:srgbClr val="FFFFFF"/>
                </a:solidFill>
                <a:latin typeface="Open Sans"/>
                <a:ea typeface="Open Sans"/>
                <a:cs typeface="Open Sans"/>
                <a:sym typeface="Open Sans"/>
              </a:rPr>
              <a:t>Knowledge Check</a:t>
            </a:r>
            <a:endParaRPr sz="2000" b="1" i="0" u="none" strike="noStrike" cap="none">
              <a:solidFill>
                <a:srgbClr val="FFFFFF"/>
              </a:solidFill>
              <a:latin typeface="Open Sans"/>
              <a:ea typeface="Open Sans"/>
              <a:cs typeface="Open Sans"/>
              <a:sym typeface="Open Sans"/>
            </a:endParaRPr>
          </a:p>
        </p:txBody>
      </p:sp>
      <p:sp>
        <p:nvSpPr>
          <p:cNvPr id="127" name="Google Shape;127;p147"/>
          <p:cNvSpPr/>
          <p:nvPr/>
        </p:nvSpPr>
        <p:spPr>
          <a:xfrm>
            <a:off x="1275907" y="578759"/>
            <a:ext cx="14093455" cy="1446622"/>
          </a:xfrm>
          <a:prstGeom prst="rect">
            <a:avLst/>
          </a:prstGeom>
          <a:noFill/>
          <a:ln w="12700" cap="flat" cmpd="sng">
            <a:solidFill>
              <a:srgbClr val="3D9C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8" name="Google Shape;128;p147"/>
          <p:cNvSpPr txBox="1"/>
          <p:nvPr/>
        </p:nvSpPr>
        <p:spPr>
          <a:xfrm>
            <a:off x="1708922" y="2698180"/>
            <a:ext cx="465463" cy="421719"/>
          </a:xfrm>
          <a:prstGeom prst="rect">
            <a:avLst/>
          </a:prstGeom>
          <a:noFill/>
          <a:ln>
            <a:noFill/>
          </a:ln>
        </p:spPr>
        <p:txBody>
          <a:bodyPr spcFirstLastPara="1" wrap="square" lIns="91425" tIns="45700" rIns="91425" bIns="45700" anchor="ctr" anchorCtr="0">
            <a:normAutofit lnSpcReduction="10000"/>
          </a:bodyPr>
          <a:lstStyle/>
          <a:p>
            <a:pPr marL="0" marR="0" lvl="0" indent="0" algn="ctr" rtl="0">
              <a:lnSpc>
                <a:spcPct val="114000"/>
              </a:lnSpc>
              <a:spcBef>
                <a:spcPts val="0"/>
              </a:spcBef>
              <a:spcAft>
                <a:spcPts val="0"/>
              </a:spcAft>
              <a:buClr>
                <a:srgbClr val="3F3F3F"/>
              </a:buClr>
              <a:buSzPts val="2000"/>
              <a:buFont typeface="Arial"/>
              <a:buNone/>
            </a:pPr>
            <a:r>
              <a:rPr lang="en-US" sz="2000">
                <a:solidFill>
                  <a:srgbClr val="3F3F3F"/>
                </a:solidFill>
                <a:latin typeface="Open Sans"/>
                <a:ea typeface="Open Sans"/>
                <a:cs typeface="Open Sans"/>
                <a:sym typeface="Open Sans"/>
              </a:rPr>
              <a:t>A.</a:t>
            </a:r>
            <a:endParaRPr/>
          </a:p>
        </p:txBody>
      </p:sp>
      <p:sp>
        <p:nvSpPr>
          <p:cNvPr id="129" name="Google Shape;129;p147"/>
          <p:cNvSpPr txBox="1">
            <a:spLocks noGrp="1"/>
          </p:cNvSpPr>
          <p:nvPr>
            <p:ph type="body" idx="3"/>
          </p:nvPr>
        </p:nvSpPr>
        <p:spPr>
          <a:xfrm>
            <a:off x="2330450" y="2698180"/>
            <a:ext cx="11250613" cy="836613"/>
          </a:xfrm>
          <a:prstGeom prst="rect">
            <a:avLst/>
          </a:prstGeom>
          <a:noFill/>
          <a:ln>
            <a:noFill/>
          </a:ln>
        </p:spPr>
        <p:txBody>
          <a:bodyPr spcFirstLastPara="1" wrap="square" lIns="91425" tIns="45700" rIns="91425" bIns="45700" anchor="t" anchorCtr="0">
            <a:normAutofit/>
          </a:bodyPr>
          <a:lstStyle>
            <a:lvl1pPr marL="457200" lvl="0" indent="-228600" algn="l">
              <a:lnSpc>
                <a:spcPct val="114000"/>
              </a:lnSpc>
              <a:spcBef>
                <a:spcPts val="0"/>
              </a:spcBef>
              <a:spcAft>
                <a:spcPts val="0"/>
              </a:spcAft>
              <a:buClr>
                <a:srgbClr val="3F3F3F"/>
              </a:buClr>
              <a:buSzPts val="2000"/>
              <a:buNone/>
              <a:defRPr sz="2000"/>
            </a:lvl1pPr>
            <a:lvl2pPr marL="914400" lvl="1" indent="-228600" algn="l">
              <a:lnSpc>
                <a:spcPct val="114000"/>
              </a:lnSpc>
              <a:spcBef>
                <a:spcPts val="500"/>
              </a:spcBef>
              <a:spcAft>
                <a:spcPts val="0"/>
              </a:spcAft>
              <a:buClr>
                <a:srgbClr val="3F3F3F"/>
              </a:buClr>
              <a:buSzPts val="2200"/>
              <a:buNone/>
              <a:defRPr/>
            </a:lvl2pPr>
            <a:lvl3pPr marL="1371600" lvl="2" indent="-228600" algn="l">
              <a:lnSpc>
                <a:spcPct val="114000"/>
              </a:lnSpc>
              <a:spcBef>
                <a:spcPts val="500"/>
              </a:spcBef>
              <a:spcAft>
                <a:spcPts val="0"/>
              </a:spcAft>
              <a:buClr>
                <a:srgbClr val="3F3F3F"/>
              </a:buClr>
              <a:buSzPts val="2200"/>
              <a:buNone/>
              <a:defRPr/>
            </a:lvl3pPr>
            <a:lvl4pPr marL="1828800" lvl="3" indent="-228600" algn="l">
              <a:lnSpc>
                <a:spcPct val="90000"/>
              </a:lnSpc>
              <a:spcBef>
                <a:spcPts val="500"/>
              </a:spcBef>
              <a:spcAft>
                <a:spcPts val="0"/>
              </a:spcAft>
              <a:buClr>
                <a:schemeClr val="dk1"/>
              </a:buClr>
              <a:buSzPts val="1800"/>
              <a:buNone/>
              <a:defRPr/>
            </a:lvl4pPr>
            <a:lvl5pPr marL="2286000" lvl="4" indent="-228600" algn="l">
              <a:lnSpc>
                <a:spcPct val="90000"/>
              </a:lnSpc>
              <a:spcBef>
                <a:spcPts val="500"/>
              </a:spcBef>
              <a:spcAft>
                <a:spcPts val="0"/>
              </a:spcAft>
              <a:buClr>
                <a:schemeClr val="dk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0" name="Google Shape;130;p147"/>
          <p:cNvSpPr txBox="1"/>
          <p:nvPr/>
        </p:nvSpPr>
        <p:spPr>
          <a:xfrm>
            <a:off x="1713038" y="3629064"/>
            <a:ext cx="465463" cy="421719"/>
          </a:xfrm>
          <a:prstGeom prst="rect">
            <a:avLst/>
          </a:prstGeom>
          <a:noFill/>
          <a:ln>
            <a:noFill/>
          </a:ln>
        </p:spPr>
        <p:txBody>
          <a:bodyPr spcFirstLastPara="1" wrap="square" lIns="91425" tIns="45700" rIns="91425" bIns="45700" anchor="ctr" anchorCtr="0">
            <a:normAutofit lnSpcReduction="10000"/>
          </a:bodyPr>
          <a:lstStyle/>
          <a:p>
            <a:pPr marL="0" marR="0" lvl="0" indent="0" algn="ctr" rtl="0">
              <a:lnSpc>
                <a:spcPct val="114000"/>
              </a:lnSpc>
              <a:spcBef>
                <a:spcPts val="0"/>
              </a:spcBef>
              <a:spcAft>
                <a:spcPts val="0"/>
              </a:spcAft>
              <a:buClr>
                <a:srgbClr val="3F3F3F"/>
              </a:buClr>
              <a:buSzPts val="2000"/>
              <a:buFont typeface="Arial"/>
              <a:buNone/>
            </a:pPr>
            <a:r>
              <a:rPr lang="en-US" sz="2000">
                <a:solidFill>
                  <a:srgbClr val="3F3F3F"/>
                </a:solidFill>
                <a:latin typeface="Open Sans"/>
                <a:ea typeface="Open Sans"/>
                <a:cs typeface="Open Sans"/>
                <a:sym typeface="Open Sans"/>
              </a:rPr>
              <a:t>B.</a:t>
            </a:r>
            <a:endParaRPr/>
          </a:p>
        </p:txBody>
      </p:sp>
      <p:sp>
        <p:nvSpPr>
          <p:cNvPr id="131" name="Google Shape;131;p147"/>
          <p:cNvSpPr txBox="1">
            <a:spLocks noGrp="1"/>
          </p:cNvSpPr>
          <p:nvPr>
            <p:ph type="body" idx="4"/>
          </p:nvPr>
        </p:nvSpPr>
        <p:spPr>
          <a:xfrm>
            <a:off x="2334566" y="3629064"/>
            <a:ext cx="11250613" cy="836613"/>
          </a:xfrm>
          <a:prstGeom prst="rect">
            <a:avLst/>
          </a:prstGeom>
          <a:noFill/>
          <a:ln>
            <a:noFill/>
          </a:ln>
        </p:spPr>
        <p:txBody>
          <a:bodyPr spcFirstLastPara="1" wrap="square" lIns="91425" tIns="45700" rIns="91425" bIns="45700" anchor="t" anchorCtr="0">
            <a:normAutofit/>
          </a:bodyPr>
          <a:lstStyle>
            <a:lvl1pPr marL="457200" lvl="0" indent="-228600" algn="l">
              <a:lnSpc>
                <a:spcPct val="114000"/>
              </a:lnSpc>
              <a:spcBef>
                <a:spcPts val="0"/>
              </a:spcBef>
              <a:spcAft>
                <a:spcPts val="0"/>
              </a:spcAft>
              <a:buClr>
                <a:srgbClr val="3F3F3F"/>
              </a:buClr>
              <a:buSzPts val="2000"/>
              <a:buNone/>
              <a:defRPr sz="2000"/>
            </a:lvl1pPr>
            <a:lvl2pPr marL="914400" lvl="1" indent="-228600" algn="l">
              <a:lnSpc>
                <a:spcPct val="114000"/>
              </a:lnSpc>
              <a:spcBef>
                <a:spcPts val="500"/>
              </a:spcBef>
              <a:spcAft>
                <a:spcPts val="0"/>
              </a:spcAft>
              <a:buClr>
                <a:srgbClr val="3F3F3F"/>
              </a:buClr>
              <a:buSzPts val="2200"/>
              <a:buNone/>
              <a:defRPr/>
            </a:lvl2pPr>
            <a:lvl3pPr marL="1371600" lvl="2" indent="-228600" algn="l">
              <a:lnSpc>
                <a:spcPct val="114000"/>
              </a:lnSpc>
              <a:spcBef>
                <a:spcPts val="500"/>
              </a:spcBef>
              <a:spcAft>
                <a:spcPts val="0"/>
              </a:spcAft>
              <a:buClr>
                <a:srgbClr val="3F3F3F"/>
              </a:buClr>
              <a:buSzPts val="2200"/>
              <a:buNone/>
              <a:defRPr/>
            </a:lvl3pPr>
            <a:lvl4pPr marL="1828800" lvl="3" indent="-228600" algn="l">
              <a:lnSpc>
                <a:spcPct val="90000"/>
              </a:lnSpc>
              <a:spcBef>
                <a:spcPts val="500"/>
              </a:spcBef>
              <a:spcAft>
                <a:spcPts val="0"/>
              </a:spcAft>
              <a:buClr>
                <a:schemeClr val="dk1"/>
              </a:buClr>
              <a:buSzPts val="1800"/>
              <a:buNone/>
              <a:defRPr/>
            </a:lvl4pPr>
            <a:lvl5pPr marL="2286000" lvl="4" indent="-228600" algn="l">
              <a:lnSpc>
                <a:spcPct val="90000"/>
              </a:lnSpc>
              <a:spcBef>
                <a:spcPts val="500"/>
              </a:spcBef>
              <a:spcAft>
                <a:spcPts val="0"/>
              </a:spcAft>
              <a:buClr>
                <a:schemeClr val="dk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2" name="Google Shape;132;p147"/>
          <p:cNvSpPr txBox="1"/>
          <p:nvPr/>
        </p:nvSpPr>
        <p:spPr>
          <a:xfrm>
            <a:off x="1713038" y="4568181"/>
            <a:ext cx="465463" cy="421719"/>
          </a:xfrm>
          <a:prstGeom prst="rect">
            <a:avLst/>
          </a:prstGeom>
          <a:noFill/>
          <a:ln>
            <a:noFill/>
          </a:ln>
        </p:spPr>
        <p:txBody>
          <a:bodyPr spcFirstLastPara="1" wrap="square" lIns="91425" tIns="45700" rIns="91425" bIns="45700" anchor="ctr" anchorCtr="0">
            <a:normAutofit lnSpcReduction="10000"/>
          </a:bodyPr>
          <a:lstStyle/>
          <a:p>
            <a:pPr marL="0" marR="0" lvl="0" indent="0" algn="ctr" rtl="0">
              <a:lnSpc>
                <a:spcPct val="114000"/>
              </a:lnSpc>
              <a:spcBef>
                <a:spcPts val="0"/>
              </a:spcBef>
              <a:spcAft>
                <a:spcPts val="0"/>
              </a:spcAft>
              <a:buClr>
                <a:srgbClr val="3F3F3F"/>
              </a:buClr>
              <a:buSzPts val="2000"/>
              <a:buFont typeface="Arial"/>
              <a:buNone/>
            </a:pPr>
            <a:r>
              <a:rPr lang="en-US" sz="2000">
                <a:solidFill>
                  <a:srgbClr val="3F3F3F"/>
                </a:solidFill>
                <a:latin typeface="Open Sans"/>
                <a:ea typeface="Open Sans"/>
                <a:cs typeface="Open Sans"/>
                <a:sym typeface="Open Sans"/>
              </a:rPr>
              <a:t>C.</a:t>
            </a:r>
            <a:endParaRPr/>
          </a:p>
        </p:txBody>
      </p:sp>
      <p:sp>
        <p:nvSpPr>
          <p:cNvPr id="133" name="Google Shape;133;p147"/>
          <p:cNvSpPr txBox="1">
            <a:spLocks noGrp="1"/>
          </p:cNvSpPr>
          <p:nvPr>
            <p:ph type="body" idx="5"/>
          </p:nvPr>
        </p:nvSpPr>
        <p:spPr>
          <a:xfrm>
            <a:off x="2334566" y="4568181"/>
            <a:ext cx="11250613" cy="836613"/>
          </a:xfrm>
          <a:prstGeom prst="rect">
            <a:avLst/>
          </a:prstGeom>
          <a:noFill/>
          <a:ln>
            <a:noFill/>
          </a:ln>
        </p:spPr>
        <p:txBody>
          <a:bodyPr spcFirstLastPara="1" wrap="square" lIns="91425" tIns="45700" rIns="91425" bIns="45700" anchor="t" anchorCtr="0">
            <a:normAutofit/>
          </a:bodyPr>
          <a:lstStyle>
            <a:lvl1pPr marL="457200" lvl="0" indent="-228600" algn="l">
              <a:lnSpc>
                <a:spcPct val="114000"/>
              </a:lnSpc>
              <a:spcBef>
                <a:spcPts val="0"/>
              </a:spcBef>
              <a:spcAft>
                <a:spcPts val="0"/>
              </a:spcAft>
              <a:buClr>
                <a:srgbClr val="3F3F3F"/>
              </a:buClr>
              <a:buSzPts val="2000"/>
              <a:buNone/>
              <a:defRPr sz="2000"/>
            </a:lvl1pPr>
            <a:lvl2pPr marL="914400" lvl="1" indent="-228600" algn="l">
              <a:lnSpc>
                <a:spcPct val="114000"/>
              </a:lnSpc>
              <a:spcBef>
                <a:spcPts val="500"/>
              </a:spcBef>
              <a:spcAft>
                <a:spcPts val="0"/>
              </a:spcAft>
              <a:buClr>
                <a:srgbClr val="3F3F3F"/>
              </a:buClr>
              <a:buSzPts val="2200"/>
              <a:buNone/>
              <a:defRPr/>
            </a:lvl2pPr>
            <a:lvl3pPr marL="1371600" lvl="2" indent="-228600" algn="l">
              <a:lnSpc>
                <a:spcPct val="114000"/>
              </a:lnSpc>
              <a:spcBef>
                <a:spcPts val="500"/>
              </a:spcBef>
              <a:spcAft>
                <a:spcPts val="0"/>
              </a:spcAft>
              <a:buClr>
                <a:srgbClr val="3F3F3F"/>
              </a:buClr>
              <a:buSzPts val="2200"/>
              <a:buNone/>
              <a:defRPr/>
            </a:lvl3pPr>
            <a:lvl4pPr marL="1828800" lvl="3" indent="-228600" algn="l">
              <a:lnSpc>
                <a:spcPct val="90000"/>
              </a:lnSpc>
              <a:spcBef>
                <a:spcPts val="500"/>
              </a:spcBef>
              <a:spcAft>
                <a:spcPts val="0"/>
              </a:spcAft>
              <a:buClr>
                <a:schemeClr val="dk1"/>
              </a:buClr>
              <a:buSzPts val="1800"/>
              <a:buNone/>
              <a:defRPr/>
            </a:lvl4pPr>
            <a:lvl5pPr marL="2286000" lvl="4" indent="-228600" algn="l">
              <a:lnSpc>
                <a:spcPct val="90000"/>
              </a:lnSpc>
              <a:spcBef>
                <a:spcPts val="500"/>
              </a:spcBef>
              <a:spcAft>
                <a:spcPts val="0"/>
              </a:spcAft>
              <a:buClr>
                <a:schemeClr val="dk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4" name="Google Shape;134;p147"/>
          <p:cNvSpPr txBox="1"/>
          <p:nvPr/>
        </p:nvSpPr>
        <p:spPr>
          <a:xfrm>
            <a:off x="1717154" y="5511422"/>
            <a:ext cx="465463" cy="421719"/>
          </a:xfrm>
          <a:prstGeom prst="rect">
            <a:avLst/>
          </a:prstGeom>
          <a:noFill/>
          <a:ln>
            <a:noFill/>
          </a:ln>
        </p:spPr>
        <p:txBody>
          <a:bodyPr spcFirstLastPara="1" wrap="square" lIns="91425" tIns="45700" rIns="91425" bIns="45700" anchor="ctr" anchorCtr="0">
            <a:normAutofit lnSpcReduction="10000"/>
          </a:bodyPr>
          <a:lstStyle/>
          <a:p>
            <a:pPr marL="0" marR="0" lvl="0" indent="0" algn="ctr" rtl="0">
              <a:lnSpc>
                <a:spcPct val="114000"/>
              </a:lnSpc>
              <a:spcBef>
                <a:spcPts val="0"/>
              </a:spcBef>
              <a:spcAft>
                <a:spcPts val="0"/>
              </a:spcAft>
              <a:buClr>
                <a:srgbClr val="3F3F3F"/>
              </a:buClr>
              <a:buSzPts val="2000"/>
              <a:buFont typeface="Arial"/>
              <a:buNone/>
            </a:pPr>
            <a:r>
              <a:rPr lang="en-US" sz="2000">
                <a:solidFill>
                  <a:srgbClr val="3F3F3F"/>
                </a:solidFill>
                <a:latin typeface="Open Sans"/>
                <a:ea typeface="Open Sans"/>
                <a:cs typeface="Open Sans"/>
                <a:sym typeface="Open Sans"/>
              </a:rPr>
              <a:t>D.</a:t>
            </a:r>
            <a:endParaRPr/>
          </a:p>
        </p:txBody>
      </p:sp>
      <p:sp>
        <p:nvSpPr>
          <p:cNvPr id="135" name="Google Shape;135;p147"/>
          <p:cNvSpPr txBox="1">
            <a:spLocks noGrp="1"/>
          </p:cNvSpPr>
          <p:nvPr>
            <p:ph type="body" idx="6"/>
          </p:nvPr>
        </p:nvSpPr>
        <p:spPr>
          <a:xfrm>
            <a:off x="2338682" y="5511422"/>
            <a:ext cx="11250613" cy="836613"/>
          </a:xfrm>
          <a:prstGeom prst="rect">
            <a:avLst/>
          </a:prstGeom>
          <a:noFill/>
          <a:ln>
            <a:noFill/>
          </a:ln>
        </p:spPr>
        <p:txBody>
          <a:bodyPr spcFirstLastPara="1" wrap="square" lIns="91425" tIns="45700" rIns="91425" bIns="45700" anchor="t" anchorCtr="0">
            <a:normAutofit/>
          </a:bodyPr>
          <a:lstStyle>
            <a:lvl1pPr marL="457200" lvl="0" indent="-228600" algn="l">
              <a:lnSpc>
                <a:spcPct val="114000"/>
              </a:lnSpc>
              <a:spcBef>
                <a:spcPts val="0"/>
              </a:spcBef>
              <a:spcAft>
                <a:spcPts val="0"/>
              </a:spcAft>
              <a:buClr>
                <a:srgbClr val="3F3F3F"/>
              </a:buClr>
              <a:buSzPts val="2000"/>
              <a:buNone/>
              <a:defRPr sz="2000"/>
            </a:lvl1pPr>
            <a:lvl2pPr marL="914400" lvl="1" indent="-228600" algn="l">
              <a:lnSpc>
                <a:spcPct val="114000"/>
              </a:lnSpc>
              <a:spcBef>
                <a:spcPts val="500"/>
              </a:spcBef>
              <a:spcAft>
                <a:spcPts val="0"/>
              </a:spcAft>
              <a:buClr>
                <a:srgbClr val="3F3F3F"/>
              </a:buClr>
              <a:buSzPts val="2200"/>
              <a:buNone/>
              <a:defRPr/>
            </a:lvl2pPr>
            <a:lvl3pPr marL="1371600" lvl="2" indent="-228600" algn="l">
              <a:lnSpc>
                <a:spcPct val="114000"/>
              </a:lnSpc>
              <a:spcBef>
                <a:spcPts val="500"/>
              </a:spcBef>
              <a:spcAft>
                <a:spcPts val="0"/>
              </a:spcAft>
              <a:buClr>
                <a:srgbClr val="3F3F3F"/>
              </a:buClr>
              <a:buSzPts val="2200"/>
              <a:buNone/>
              <a:defRPr/>
            </a:lvl3pPr>
            <a:lvl4pPr marL="1828800" lvl="3" indent="-228600" algn="l">
              <a:lnSpc>
                <a:spcPct val="90000"/>
              </a:lnSpc>
              <a:spcBef>
                <a:spcPts val="500"/>
              </a:spcBef>
              <a:spcAft>
                <a:spcPts val="0"/>
              </a:spcAft>
              <a:buClr>
                <a:schemeClr val="dk1"/>
              </a:buClr>
              <a:buSzPts val="1800"/>
              <a:buNone/>
              <a:defRPr/>
            </a:lvl4pPr>
            <a:lvl5pPr marL="2286000" lvl="4" indent="-228600" algn="l">
              <a:lnSpc>
                <a:spcPct val="90000"/>
              </a:lnSpc>
              <a:spcBef>
                <a:spcPts val="500"/>
              </a:spcBef>
              <a:spcAft>
                <a:spcPts val="0"/>
              </a:spcAft>
              <a:buClr>
                <a:schemeClr val="dk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6" name="Google Shape;136;p147"/>
          <p:cNvSpPr txBox="1">
            <a:spLocks noGrp="1"/>
          </p:cNvSpPr>
          <p:nvPr>
            <p:ph type="body" idx="7"/>
          </p:nvPr>
        </p:nvSpPr>
        <p:spPr>
          <a:xfrm>
            <a:off x="1562390" y="1193800"/>
            <a:ext cx="1135063" cy="830263"/>
          </a:xfrm>
          <a:prstGeom prst="rect">
            <a:avLst/>
          </a:prstGeom>
          <a:noFill/>
          <a:ln>
            <a:noFill/>
          </a:ln>
        </p:spPr>
        <p:txBody>
          <a:bodyPr spcFirstLastPara="1" wrap="square" lIns="91425" tIns="45700" rIns="91425" bIns="45700" anchor="ctr" anchorCtr="0">
            <a:normAutofit/>
          </a:bodyPr>
          <a:lstStyle>
            <a:lvl1pPr marL="457200" lvl="0" indent="-228600" algn="ctr">
              <a:lnSpc>
                <a:spcPct val="114000"/>
              </a:lnSpc>
              <a:spcBef>
                <a:spcPts val="0"/>
              </a:spcBef>
              <a:spcAft>
                <a:spcPts val="0"/>
              </a:spcAft>
              <a:buClr>
                <a:schemeClr val="lt1"/>
              </a:buClr>
              <a:buSzPts val="2200"/>
              <a:buNone/>
              <a:defRPr b="1">
                <a:solidFill>
                  <a:schemeClr val="lt1"/>
                </a:solidFill>
              </a:defRPr>
            </a:lvl1pPr>
            <a:lvl2pPr marL="914400" lvl="1" indent="-342900" algn="l">
              <a:lnSpc>
                <a:spcPct val="114000"/>
              </a:lnSpc>
              <a:spcBef>
                <a:spcPts val="500"/>
              </a:spcBef>
              <a:spcAft>
                <a:spcPts val="0"/>
              </a:spcAft>
              <a:buClr>
                <a:srgbClr val="3F3F3F"/>
              </a:buClr>
              <a:buSzPts val="1800"/>
              <a:buChar char="•"/>
              <a:defRPr/>
            </a:lvl2pPr>
            <a:lvl3pPr marL="1371600" lvl="2" indent="-342900" algn="l">
              <a:lnSpc>
                <a:spcPct val="114000"/>
              </a:lnSpc>
              <a:spcBef>
                <a:spcPts val="500"/>
              </a:spcBef>
              <a:spcAft>
                <a:spcPts val="0"/>
              </a:spcAft>
              <a:buClr>
                <a:srgbClr val="3F3F3F"/>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7" name="Google Shape;137;p147"/>
          <p:cNvSpPr txBox="1">
            <a:spLocks noGrp="1"/>
          </p:cNvSpPr>
          <p:nvPr>
            <p:ph type="body" idx="8"/>
          </p:nvPr>
        </p:nvSpPr>
        <p:spPr>
          <a:xfrm>
            <a:off x="2967015" y="578759"/>
            <a:ext cx="12401573" cy="1447009"/>
          </a:xfrm>
          <a:prstGeom prst="rect">
            <a:avLst/>
          </a:prstGeom>
          <a:noFill/>
          <a:ln>
            <a:noFill/>
          </a:ln>
        </p:spPr>
        <p:txBody>
          <a:bodyPr spcFirstLastPara="1" wrap="square" lIns="91425" tIns="45700" rIns="91425" bIns="45700" anchor="ctr" anchorCtr="0">
            <a:normAutofit/>
          </a:bodyPr>
          <a:lstStyle>
            <a:lvl1pPr marL="457200" lvl="0" indent="-228600" algn="l">
              <a:lnSpc>
                <a:spcPct val="114000"/>
              </a:lnSpc>
              <a:spcBef>
                <a:spcPts val="0"/>
              </a:spcBef>
              <a:spcAft>
                <a:spcPts val="0"/>
              </a:spcAft>
              <a:buClr>
                <a:srgbClr val="3F3F3F"/>
              </a:buClr>
              <a:buSzPts val="2200"/>
              <a:buNone/>
              <a:defRPr b="1"/>
            </a:lvl1pPr>
            <a:lvl2pPr marL="914400" lvl="1" indent="-342900" algn="l">
              <a:lnSpc>
                <a:spcPct val="114000"/>
              </a:lnSpc>
              <a:spcBef>
                <a:spcPts val="500"/>
              </a:spcBef>
              <a:spcAft>
                <a:spcPts val="0"/>
              </a:spcAft>
              <a:buClr>
                <a:srgbClr val="3F3F3F"/>
              </a:buClr>
              <a:buSzPts val="1800"/>
              <a:buChar char="•"/>
              <a:defRPr/>
            </a:lvl2pPr>
            <a:lvl3pPr marL="1371600" lvl="2" indent="-342900" algn="l">
              <a:lnSpc>
                <a:spcPct val="114000"/>
              </a:lnSpc>
              <a:spcBef>
                <a:spcPts val="500"/>
              </a:spcBef>
              <a:spcAft>
                <a:spcPts val="0"/>
              </a:spcAft>
              <a:buClr>
                <a:srgbClr val="3F3F3F"/>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Unassisted Practice">
  <p:cSld name="Unassisted Practice">
    <p:spTree>
      <p:nvGrpSpPr>
        <p:cNvPr id="1" name="Shape 138"/>
        <p:cNvGrpSpPr/>
        <p:nvPr/>
      </p:nvGrpSpPr>
      <p:grpSpPr>
        <a:xfrm>
          <a:off x="0" y="0"/>
          <a:ext cx="0" cy="0"/>
          <a:chOff x="0" y="0"/>
          <a:chExt cx="0" cy="0"/>
        </a:xfrm>
      </p:grpSpPr>
      <p:pic>
        <p:nvPicPr>
          <p:cNvPr id="139" name="Google Shape;139;p148"/>
          <p:cNvPicPr preferRelativeResize="0"/>
          <p:nvPr/>
        </p:nvPicPr>
        <p:blipFill rotWithShape="1">
          <a:blip r:embed="rId2">
            <a:alphaModFix/>
          </a:blip>
          <a:srcRect/>
          <a:stretch/>
        </p:blipFill>
        <p:spPr>
          <a:xfrm>
            <a:off x="0" y="0"/>
            <a:ext cx="16255998" cy="9143999"/>
          </a:xfrm>
          <a:prstGeom prst="rect">
            <a:avLst/>
          </a:prstGeom>
          <a:noFill/>
          <a:ln>
            <a:noFill/>
          </a:ln>
        </p:spPr>
      </p:pic>
      <p:pic>
        <p:nvPicPr>
          <p:cNvPr id="140" name="Google Shape;140;p148"/>
          <p:cNvPicPr preferRelativeResize="0"/>
          <p:nvPr/>
        </p:nvPicPr>
        <p:blipFill rotWithShape="1">
          <a:blip r:embed="rId3">
            <a:alphaModFix/>
          </a:blip>
          <a:srcRect/>
          <a:stretch/>
        </p:blipFill>
        <p:spPr>
          <a:xfrm>
            <a:off x="0" y="0"/>
            <a:ext cx="16255999" cy="9144000"/>
          </a:xfrm>
          <a:prstGeom prst="rect">
            <a:avLst/>
          </a:prstGeom>
          <a:noFill/>
          <a:ln>
            <a:noFill/>
          </a:ln>
        </p:spPr>
      </p:pic>
      <p:sp>
        <p:nvSpPr>
          <p:cNvPr id="141" name="Google Shape;141;p148"/>
          <p:cNvSpPr txBox="1">
            <a:spLocks noGrp="1"/>
          </p:cNvSpPr>
          <p:nvPr>
            <p:ph type="title"/>
          </p:nvPr>
        </p:nvSpPr>
        <p:spPr>
          <a:xfrm>
            <a:off x="1297626" y="436395"/>
            <a:ext cx="9696532" cy="665045"/>
          </a:xfrm>
          <a:prstGeom prst="rect">
            <a:avLst/>
          </a:prstGeom>
          <a:noFill/>
          <a:ln>
            <a:noFill/>
          </a:ln>
        </p:spPr>
        <p:txBody>
          <a:bodyPr spcFirstLastPara="1" wrap="square" lIns="91425" tIns="45700" rIns="91425" bIns="45700" anchor="ctr" anchorCtr="0">
            <a:noAutofit/>
          </a:bodyPr>
          <a:lstStyle>
            <a:lvl1pPr lvl="0" algn="l">
              <a:lnSpc>
                <a:spcPct val="114000"/>
              </a:lnSpc>
              <a:spcBef>
                <a:spcPts val="0"/>
              </a:spcBef>
              <a:spcAft>
                <a:spcPts val="0"/>
              </a:spcAft>
              <a:buClr>
                <a:schemeClr val="lt1"/>
              </a:buClr>
              <a:buSzPts val="4400"/>
              <a:buFont typeface="Arial"/>
              <a:buNone/>
              <a:defRPr sz="2800" b="1">
                <a:solidFill>
                  <a:schemeClr val="lt1"/>
                </a:solidFill>
                <a:latin typeface="Open Sans"/>
                <a:ea typeface="Open Sans"/>
                <a:cs typeface="Open Sans"/>
                <a:sym typeface="Open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2" name="Google Shape;142;p148"/>
          <p:cNvSpPr txBox="1">
            <a:spLocks noGrp="1"/>
          </p:cNvSpPr>
          <p:nvPr>
            <p:ph type="body" idx="1"/>
          </p:nvPr>
        </p:nvSpPr>
        <p:spPr>
          <a:xfrm>
            <a:off x="1291857" y="2854366"/>
            <a:ext cx="13696999" cy="5389521"/>
          </a:xfrm>
          <a:prstGeom prst="rect">
            <a:avLst/>
          </a:prstGeom>
          <a:noFill/>
          <a:ln>
            <a:noFill/>
          </a:ln>
        </p:spPr>
        <p:txBody>
          <a:bodyPr spcFirstLastPara="1" wrap="square" lIns="91425" tIns="45700" rIns="91425" bIns="45700" anchor="t" anchorCtr="0">
            <a:normAutofit/>
          </a:bodyPr>
          <a:lstStyle>
            <a:lvl1pPr marL="457200" lvl="0" indent="-228600" algn="ctr">
              <a:lnSpc>
                <a:spcPct val="114000"/>
              </a:lnSpc>
              <a:spcBef>
                <a:spcPts val="0"/>
              </a:spcBef>
              <a:spcAft>
                <a:spcPts val="0"/>
              </a:spcAft>
              <a:buClr>
                <a:srgbClr val="404040"/>
              </a:buClr>
              <a:buSzPts val="2200"/>
              <a:buFont typeface="Arial"/>
              <a:buNone/>
              <a:defRPr sz="2200">
                <a:solidFill>
                  <a:srgbClr val="404040"/>
                </a:solidFill>
                <a:latin typeface="Open Sans"/>
                <a:ea typeface="Open Sans"/>
                <a:cs typeface="Open Sans"/>
                <a:sym typeface="Open Sans"/>
              </a:defRPr>
            </a:lvl1pPr>
            <a:lvl2pPr marL="914400" lvl="1" indent="-228600" algn="l">
              <a:lnSpc>
                <a:spcPct val="114000"/>
              </a:lnSpc>
              <a:spcBef>
                <a:spcPts val="1000"/>
              </a:spcBef>
              <a:spcAft>
                <a:spcPts val="0"/>
              </a:spcAft>
              <a:buClr>
                <a:srgbClr val="404040"/>
              </a:buClr>
              <a:buSzPts val="2200"/>
              <a:buFont typeface="Open Sans"/>
              <a:buNone/>
              <a:defRPr sz="2200">
                <a:solidFill>
                  <a:srgbClr val="404040"/>
                </a:solidFill>
                <a:latin typeface="Open Sans"/>
                <a:ea typeface="Open Sans"/>
                <a:cs typeface="Open Sans"/>
                <a:sym typeface="Open Sans"/>
              </a:defRPr>
            </a:lvl2pPr>
            <a:lvl3pPr marL="1371600" lvl="2" indent="-228600" algn="l">
              <a:lnSpc>
                <a:spcPct val="114000"/>
              </a:lnSpc>
              <a:spcBef>
                <a:spcPts val="1000"/>
              </a:spcBef>
              <a:spcAft>
                <a:spcPts val="0"/>
              </a:spcAft>
              <a:buClr>
                <a:srgbClr val="404040"/>
              </a:buClr>
              <a:buSzPts val="2200"/>
              <a:buFont typeface="Open Sans"/>
              <a:buNone/>
              <a:defRPr sz="2200">
                <a:solidFill>
                  <a:srgbClr val="404040"/>
                </a:solidFill>
                <a:latin typeface="Open Sans"/>
                <a:ea typeface="Open Sans"/>
                <a:cs typeface="Open Sans"/>
                <a:sym typeface="Open Sans"/>
              </a:defRPr>
            </a:lvl3pPr>
            <a:lvl4pPr marL="1828800" lvl="3" indent="-228600" algn="l">
              <a:lnSpc>
                <a:spcPct val="114000"/>
              </a:lnSpc>
              <a:spcBef>
                <a:spcPts val="1000"/>
              </a:spcBef>
              <a:spcAft>
                <a:spcPts val="0"/>
              </a:spcAft>
              <a:buClr>
                <a:srgbClr val="404040"/>
              </a:buClr>
              <a:buSzPts val="2200"/>
              <a:buFont typeface="Open Sans"/>
              <a:buNone/>
              <a:defRPr sz="2200">
                <a:solidFill>
                  <a:srgbClr val="404040"/>
                </a:solidFill>
                <a:latin typeface="Open Sans"/>
                <a:ea typeface="Open Sans"/>
                <a:cs typeface="Open Sans"/>
                <a:sym typeface="Open Sans"/>
              </a:defRPr>
            </a:lvl4pPr>
            <a:lvl5pPr marL="2286000" lvl="4" indent="-228600" algn="l">
              <a:lnSpc>
                <a:spcPct val="114000"/>
              </a:lnSpc>
              <a:spcBef>
                <a:spcPts val="1000"/>
              </a:spcBef>
              <a:spcAft>
                <a:spcPts val="0"/>
              </a:spcAft>
              <a:buClr>
                <a:srgbClr val="404040"/>
              </a:buClr>
              <a:buSzPts val="2200"/>
              <a:buFont typeface="Open Sans"/>
              <a:buNone/>
              <a:defRPr sz="2200">
                <a:solidFill>
                  <a:srgbClr val="404040"/>
                </a:solidFill>
                <a:latin typeface="Open Sans"/>
                <a:ea typeface="Open Sans"/>
                <a:cs typeface="Open Sans"/>
                <a:sym typeface="Open Sans"/>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3" name="Google Shape;143;p148"/>
          <p:cNvSpPr txBox="1">
            <a:spLocks noGrp="1"/>
          </p:cNvSpPr>
          <p:nvPr>
            <p:ph type="body" idx="2"/>
          </p:nvPr>
        </p:nvSpPr>
        <p:spPr>
          <a:xfrm>
            <a:off x="1291857" y="1795807"/>
            <a:ext cx="13696999" cy="814506"/>
          </a:xfrm>
          <a:prstGeom prst="rect">
            <a:avLst/>
          </a:prstGeom>
          <a:noFill/>
          <a:ln>
            <a:noFill/>
          </a:ln>
        </p:spPr>
        <p:txBody>
          <a:bodyPr spcFirstLastPara="1" wrap="square" lIns="91425" tIns="45700" rIns="91425" bIns="45700" anchor="t" anchorCtr="0">
            <a:normAutofit/>
          </a:bodyPr>
          <a:lstStyle>
            <a:lvl1pPr marL="457200" lvl="0" indent="-228600" algn="ctr">
              <a:lnSpc>
                <a:spcPct val="114000"/>
              </a:lnSpc>
              <a:spcBef>
                <a:spcPts val="0"/>
              </a:spcBef>
              <a:spcAft>
                <a:spcPts val="0"/>
              </a:spcAft>
              <a:buClr>
                <a:srgbClr val="404040"/>
              </a:buClr>
              <a:buSzPts val="2200"/>
              <a:buFont typeface="Arial"/>
              <a:buNone/>
              <a:defRPr sz="2200">
                <a:solidFill>
                  <a:srgbClr val="404040"/>
                </a:solidFill>
                <a:latin typeface="Open Sans"/>
                <a:ea typeface="Open Sans"/>
                <a:cs typeface="Open Sans"/>
                <a:sym typeface="Open Sans"/>
              </a:defRPr>
            </a:lvl1pPr>
            <a:lvl2pPr marL="914400" lvl="1" indent="-228600" algn="l">
              <a:lnSpc>
                <a:spcPct val="114000"/>
              </a:lnSpc>
              <a:spcBef>
                <a:spcPts val="1000"/>
              </a:spcBef>
              <a:spcAft>
                <a:spcPts val="0"/>
              </a:spcAft>
              <a:buClr>
                <a:srgbClr val="404040"/>
              </a:buClr>
              <a:buSzPts val="2200"/>
              <a:buFont typeface="Open Sans"/>
              <a:buNone/>
              <a:defRPr sz="2200">
                <a:solidFill>
                  <a:srgbClr val="404040"/>
                </a:solidFill>
                <a:latin typeface="Open Sans"/>
                <a:ea typeface="Open Sans"/>
                <a:cs typeface="Open Sans"/>
                <a:sym typeface="Open Sans"/>
              </a:defRPr>
            </a:lvl2pPr>
            <a:lvl3pPr marL="1371600" lvl="2" indent="-228600" algn="l">
              <a:lnSpc>
                <a:spcPct val="114000"/>
              </a:lnSpc>
              <a:spcBef>
                <a:spcPts val="1000"/>
              </a:spcBef>
              <a:spcAft>
                <a:spcPts val="0"/>
              </a:spcAft>
              <a:buClr>
                <a:srgbClr val="404040"/>
              </a:buClr>
              <a:buSzPts val="2200"/>
              <a:buFont typeface="Open Sans"/>
              <a:buNone/>
              <a:defRPr sz="2200">
                <a:solidFill>
                  <a:srgbClr val="404040"/>
                </a:solidFill>
                <a:latin typeface="Open Sans"/>
                <a:ea typeface="Open Sans"/>
                <a:cs typeface="Open Sans"/>
                <a:sym typeface="Open Sans"/>
              </a:defRPr>
            </a:lvl3pPr>
            <a:lvl4pPr marL="1828800" lvl="3" indent="-228600" algn="l">
              <a:lnSpc>
                <a:spcPct val="114000"/>
              </a:lnSpc>
              <a:spcBef>
                <a:spcPts val="1000"/>
              </a:spcBef>
              <a:spcAft>
                <a:spcPts val="0"/>
              </a:spcAft>
              <a:buClr>
                <a:srgbClr val="404040"/>
              </a:buClr>
              <a:buSzPts val="2200"/>
              <a:buFont typeface="Open Sans"/>
              <a:buNone/>
              <a:defRPr sz="2200">
                <a:solidFill>
                  <a:srgbClr val="404040"/>
                </a:solidFill>
                <a:latin typeface="Open Sans"/>
                <a:ea typeface="Open Sans"/>
                <a:cs typeface="Open Sans"/>
                <a:sym typeface="Open Sans"/>
              </a:defRPr>
            </a:lvl4pPr>
            <a:lvl5pPr marL="2286000" lvl="4" indent="-228600" algn="l">
              <a:lnSpc>
                <a:spcPct val="114000"/>
              </a:lnSpc>
              <a:spcBef>
                <a:spcPts val="1000"/>
              </a:spcBef>
              <a:spcAft>
                <a:spcPts val="0"/>
              </a:spcAft>
              <a:buClr>
                <a:srgbClr val="404040"/>
              </a:buClr>
              <a:buSzPts val="2200"/>
              <a:buFont typeface="Open Sans"/>
              <a:buNone/>
              <a:defRPr sz="2200">
                <a:solidFill>
                  <a:srgbClr val="404040"/>
                </a:solidFill>
                <a:latin typeface="Open Sans"/>
                <a:ea typeface="Open Sans"/>
                <a:cs typeface="Open Sans"/>
                <a:sym typeface="Open Sans"/>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Bullet_for_Practise">
  <p:cSld name="Bullet_for_Practise">
    <p:spTree>
      <p:nvGrpSpPr>
        <p:cNvPr id="1" name="Shape 144"/>
        <p:cNvGrpSpPr/>
        <p:nvPr/>
      </p:nvGrpSpPr>
      <p:grpSpPr>
        <a:xfrm>
          <a:off x="0" y="0"/>
          <a:ext cx="0" cy="0"/>
          <a:chOff x="0" y="0"/>
          <a:chExt cx="0" cy="0"/>
        </a:xfrm>
      </p:grpSpPr>
      <p:sp>
        <p:nvSpPr>
          <p:cNvPr id="145" name="Google Shape;145;p149"/>
          <p:cNvSpPr txBox="1">
            <a:spLocks noGrp="1"/>
          </p:cNvSpPr>
          <p:nvPr>
            <p:ph type="body" idx="1"/>
          </p:nvPr>
        </p:nvSpPr>
        <p:spPr>
          <a:xfrm>
            <a:off x="1291857" y="1788696"/>
            <a:ext cx="13696999" cy="821615"/>
          </a:xfrm>
          <a:prstGeom prst="rect">
            <a:avLst/>
          </a:prstGeom>
          <a:noFill/>
          <a:ln>
            <a:noFill/>
          </a:ln>
        </p:spPr>
        <p:txBody>
          <a:bodyPr spcFirstLastPara="1" wrap="square" lIns="91425" tIns="0" rIns="91425" bIns="0" anchor="t" anchorCtr="0">
            <a:normAutofit/>
          </a:bodyPr>
          <a:lstStyle>
            <a:lvl1pPr marL="457200" lvl="0" indent="-228600" algn="l">
              <a:lnSpc>
                <a:spcPct val="114000"/>
              </a:lnSpc>
              <a:spcBef>
                <a:spcPts val="1000"/>
              </a:spcBef>
              <a:spcAft>
                <a:spcPts val="0"/>
              </a:spcAft>
              <a:buClr>
                <a:srgbClr val="3F3F3F"/>
              </a:buClr>
              <a:buSzPts val="2200"/>
              <a:buNone/>
              <a:defRPr>
                <a:solidFill>
                  <a:srgbClr val="3F3F3F"/>
                </a:solidFill>
                <a:latin typeface="Open Sans"/>
                <a:ea typeface="Open Sans"/>
                <a:cs typeface="Open Sans"/>
                <a:sym typeface="Open Sans"/>
              </a:defRPr>
            </a:lvl1pPr>
            <a:lvl2pPr marL="914400" lvl="1" indent="-342900" algn="l">
              <a:lnSpc>
                <a:spcPct val="114000"/>
              </a:lnSpc>
              <a:spcBef>
                <a:spcPts val="500"/>
              </a:spcBef>
              <a:spcAft>
                <a:spcPts val="0"/>
              </a:spcAft>
              <a:buClr>
                <a:srgbClr val="3F3F3F"/>
              </a:buClr>
              <a:buSzPts val="1800"/>
              <a:buChar char="•"/>
              <a:defRPr/>
            </a:lvl2pPr>
            <a:lvl3pPr marL="1371600" lvl="2" indent="-342900" algn="l">
              <a:lnSpc>
                <a:spcPct val="114000"/>
              </a:lnSpc>
              <a:spcBef>
                <a:spcPts val="500"/>
              </a:spcBef>
              <a:spcAft>
                <a:spcPts val="0"/>
              </a:spcAft>
              <a:buClr>
                <a:srgbClr val="3F3F3F"/>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6" name="Google Shape;146;p149"/>
          <p:cNvSpPr txBox="1">
            <a:spLocks noGrp="1"/>
          </p:cNvSpPr>
          <p:nvPr>
            <p:ph type="body" idx="2"/>
          </p:nvPr>
        </p:nvSpPr>
        <p:spPr>
          <a:xfrm>
            <a:off x="1285825" y="2872126"/>
            <a:ext cx="13697000" cy="5406695"/>
          </a:xfrm>
          <a:prstGeom prst="rect">
            <a:avLst/>
          </a:prstGeom>
          <a:noFill/>
          <a:ln>
            <a:noFill/>
          </a:ln>
        </p:spPr>
        <p:txBody>
          <a:bodyPr spcFirstLastPara="1" wrap="square" lIns="91425" tIns="45700" rIns="91425" bIns="45700" anchor="t" anchorCtr="0">
            <a:normAutofit/>
          </a:bodyPr>
          <a:lstStyle>
            <a:lvl1pPr marL="457200" lvl="0" indent="-228600" algn="l">
              <a:lnSpc>
                <a:spcPct val="114000"/>
              </a:lnSpc>
              <a:spcBef>
                <a:spcPts val="1000"/>
              </a:spcBef>
              <a:spcAft>
                <a:spcPts val="0"/>
              </a:spcAft>
              <a:buClr>
                <a:srgbClr val="3F3F3F"/>
              </a:buClr>
              <a:buSzPts val="2200"/>
              <a:buNone/>
              <a:defRPr/>
            </a:lvl1pPr>
            <a:lvl2pPr marL="914400" lvl="1" indent="-342900" algn="l">
              <a:lnSpc>
                <a:spcPct val="114000"/>
              </a:lnSpc>
              <a:spcBef>
                <a:spcPts val="500"/>
              </a:spcBef>
              <a:spcAft>
                <a:spcPts val="0"/>
              </a:spcAft>
              <a:buClr>
                <a:srgbClr val="3F3F3F"/>
              </a:buClr>
              <a:buSzPts val="1800"/>
              <a:buChar char="•"/>
              <a:defRPr/>
            </a:lvl2pPr>
            <a:lvl3pPr marL="1371600" lvl="2" indent="-368300" algn="l">
              <a:lnSpc>
                <a:spcPct val="114000"/>
              </a:lnSpc>
              <a:spcBef>
                <a:spcPts val="500"/>
              </a:spcBef>
              <a:spcAft>
                <a:spcPts val="0"/>
              </a:spcAft>
              <a:buClr>
                <a:srgbClr val="3F3F3F"/>
              </a:buClr>
              <a:buSzPts val="2200"/>
              <a:buFont typeface="Courier New"/>
              <a:buChar char="o"/>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Section-End Project">
  <p:cSld name="Section-End Project">
    <p:spTree>
      <p:nvGrpSpPr>
        <p:cNvPr id="1" name="Shape 147"/>
        <p:cNvGrpSpPr/>
        <p:nvPr/>
      </p:nvGrpSpPr>
      <p:grpSpPr>
        <a:xfrm>
          <a:off x="0" y="0"/>
          <a:ext cx="0" cy="0"/>
          <a:chOff x="0" y="0"/>
          <a:chExt cx="0" cy="0"/>
        </a:xfrm>
      </p:grpSpPr>
      <p:pic>
        <p:nvPicPr>
          <p:cNvPr id="148" name="Google Shape;148;p150"/>
          <p:cNvPicPr preferRelativeResize="0"/>
          <p:nvPr/>
        </p:nvPicPr>
        <p:blipFill rotWithShape="1">
          <a:blip r:embed="rId2">
            <a:alphaModFix/>
          </a:blip>
          <a:srcRect/>
          <a:stretch/>
        </p:blipFill>
        <p:spPr>
          <a:xfrm>
            <a:off x="0" y="0"/>
            <a:ext cx="16255998" cy="9143999"/>
          </a:xfrm>
          <a:prstGeom prst="rect">
            <a:avLst/>
          </a:prstGeom>
          <a:noFill/>
          <a:ln>
            <a:noFill/>
          </a:ln>
        </p:spPr>
      </p:pic>
      <p:sp>
        <p:nvSpPr>
          <p:cNvPr id="149" name="Google Shape;149;p150"/>
          <p:cNvSpPr txBox="1">
            <a:spLocks noGrp="1"/>
          </p:cNvSpPr>
          <p:nvPr>
            <p:ph type="title"/>
          </p:nvPr>
        </p:nvSpPr>
        <p:spPr>
          <a:xfrm>
            <a:off x="-10160" y="229878"/>
            <a:ext cx="16276320" cy="687244"/>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3F3F3F"/>
              </a:buClr>
              <a:buSzPts val="4400"/>
              <a:buFont typeface="Arial"/>
              <a:buNone/>
              <a:defRPr sz="2800" b="1">
                <a:solidFill>
                  <a:srgbClr val="3F3F3F"/>
                </a:solidFill>
                <a:latin typeface="Open Sans"/>
                <a:ea typeface="Open Sans"/>
                <a:cs typeface="Open Sans"/>
                <a:sym typeface="Open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0" name="Google Shape;150;p150"/>
          <p:cNvSpPr txBox="1">
            <a:spLocks noGrp="1"/>
          </p:cNvSpPr>
          <p:nvPr>
            <p:ph type="body" idx="1"/>
          </p:nvPr>
        </p:nvSpPr>
        <p:spPr>
          <a:xfrm>
            <a:off x="4834890" y="1364776"/>
            <a:ext cx="10314124" cy="6823881"/>
          </a:xfrm>
          <a:prstGeom prst="rect">
            <a:avLst/>
          </a:prstGeom>
          <a:noFill/>
          <a:ln>
            <a:noFill/>
          </a:ln>
        </p:spPr>
        <p:txBody>
          <a:bodyPr spcFirstLastPara="1" wrap="square" lIns="91425" tIns="45700" rIns="91425" bIns="45700" anchor="t" anchorCtr="0">
            <a:normAutofit/>
          </a:bodyPr>
          <a:lstStyle>
            <a:lvl1pPr marL="457200" lvl="0" indent="-228600" algn="l">
              <a:lnSpc>
                <a:spcPct val="114000"/>
              </a:lnSpc>
              <a:spcBef>
                <a:spcPts val="0"/>
              </a:spcBef>
              <a:spcAft>
                <a:spcPts val="0"/>
              </a:spcAft>
              <a:buClr>
                <a:srgbClr val="404040"/>
              </a:buClr>
              <a:buSzPts val="2200"/>
              <a:buFont typeface="Arial"/>
              <a:buNone/>
              <a:defRPr sz="2200">
                <a:solidFill>
                  <a:srgbClr val="404040"/>
                </a:solidFill>
                <a:latin typeface="Open Sans"/>
                <a:ea typeface="Open Sans"/>
                <a:cs typeface="Open Sans"/>
                <a:sym typeface="Open Sans"/>
              </a:defRPr>
            </a:lvl1pPr>
            <a:lvl2pPr marL="914400" lvl="1" indent="-228600" algn="l">
              <a:lnSpc>
                <a:spcPct val="114000"/>
              </a:lnSpc>
              <a:spcBef>
                <a:spcPts val="1000"/>
              </a:spcBef>
              <a:spcAft>
                <a:spcPts val="0"/>
              </a:spcAft>
              <a:buClr>
                <a:srgbClr val="404040"/>
              </a:buClr>
              <a:buSzPts val="2200"/>
              <a:buFont typeface="Open Sans"/>
              <a:buNone/>
              <a:defRPr sz="2200">
                <a:solidFill>
                  <a:srgbClr val="404040"/>
                </a:solidFill>
                <a:latin typeface="Open Sans"/>
                <a:ea typeface="Open Sans"/>
                <a:cs typeface="Open Sans"/>
                <a:sym typeface="Open Sans"/>
              </a:defRPr>
            </a:lvl2pPr>
            <a:lvl3pPr marL="1371600" lvl="2" indent="-228600" algn="l">
              <a:lnSpc>
                <a:spcPct val="114000"/>
              </a:lnSpc>
              <a:spcBef>
                <a:spcPts val="1000"/>
              </a:spcBef>
              <a:spcAft>
                <a:spcPts val="0"/>
              </a:spcAft>
              <a:buClr>
                <a:srgbClr val="404040"/>
              </a:buClr>
              <a:buSzPts val="2200"/>
              <a:buFont typeface="Open Sans"/>
              <a:buNone/>
              <a:defRPr sz="2200">
                <a:solidFill>
                  <a:srgbClr val="404040"/>
                </a:solidFill>
                <a:latin typeface="Open Sans"/>
                <a:ea typeface="Open Sans"/>
                <a:cs typeface="Open Sans"/>
                <a:sym typeface="Open Sans"/>
              </a:defRPr>
            </a:lvl3pPr>
            <a:lvl4pPr marL="1828800" lvl="3" indent="-228600" algn="l">
              <a:lnSpc>
                <a:spcPct val="114000"/>
              </a:lnSpc>
              <a:spcBef>
                <a:spcPts val="1000"/>
              </a:spcBef>
              <a:spcAft>
                <a:spcPts val="0"/>
              </a:spcAft>
              <a:buClr>
                <a:srgbClr val="404040"/>
              </a:buClr>
              <a:buSzPts val="2200"/>
              <a:buFont typeface="Open Sans"/>
              <a:buNone/>
              <a:defRPr sz="2200">
                <a:solidFill>
                  <a:srgbClr val="404040"/>
                </a:solidFill>
                <a:latin typeface="Open Sans"/>
                <a:ea typeface="Open Sans"/>
                <a:cs typeface="Open Sans"/>
                <a:sym typeface="Open Sans"/>
              </a:defRPr>
            </a:lvl4pPr>
            <a:lvl5pPr marL="2286000" lvl="4" indent="-228600" algn="l">
              <a:lnSpc>
                <a:spcPct val="114000"/>
              </a:lnSpc>
              <a:spcBef>
                <a:spcPts val="1000"/>
              </a:spcBef>
              <a:spcAft>
                <a:spcPts val="0"/>
              </a:spcAft>
              <a:buClr>
                <a:srgbClr val="404040"/>
              </a:buClr>
              <a:buSzPts val="2200"/>
              <a:buFont typeface="Open Sans"/>
              <a:buNone/>
              <a:defRPr sz="2200">
                <a:solidFill>
                  <a:srgbClr val="404040"/>
                </a:solidFill>
                <a:latin typeface="Open Sans"/>
                <a:ea typeface="Open Sans"/>
                <a:cs typeface="Open Sans"/>
                <a:sym typeface="Open Sans"/>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Lesson-end Project">
  <p:cSld name="Lesson-end Project">
    <p:spTree>
      <p:nvGrpSpPr>
        <p:cNvPr id="1" name="Shape 151"/>
        <p:cNvGrpSpPr/>
        <p:nvPr/>
      </p:nvGrpSpPr>
      <p:grpSpPr>
        <a:xfrm>
          <a:off x="0" y="0"/>
          <a:ext cx="0" cy="0"/>
          <a:chOff x="0" y="0"/>
          <a:chExt cx="0" cy="0"/>
        </a:xfrm>
      </p:grpSpPr>
      <p:pic>
        <p:nvPicPr>
          <p:cNvPr id="152" name="Google Shape;152;p151"/>
          <p:cNvPicPr preferRelativeResize="0"/>
          <p:nvPr/>
        </p:nvPicPr>
        <p:blipFill rotWithShape="1">
          <a:blip r:embed="rId2">
            <a:alphaModFix/>
          </a:blip>
          <a:srcRect/>
          <a:stretch/>
        </p:blipFill>
        <p:spPr>
          <a:xfrm>
            <a:off x="0" y="0"/>
            <a:ext cx="16255998" cy="9143999"/>
          </a:xfrm>
          <a:prstGeom prst="rect">
            <a:avLst/>
          </a:prstGeom>
          <a:noFill/>
          <a:ln>
            <a:noFill/>
          </a:ln>
        </p:spPr>
      </p:pic>
      <p:sp>
        <p:nvSpPr>
          <p:cNvPr id="153" name="Google Shape;153;p151"/>
          <p:cNvSpPr txBox="1">
            <a:spLocks noGrp="1"/>
          </p:cNvSpPr>
          <p:nvPr>
            <p:ph type="title"/>
          </p:nvPr>
        </p:nvSpPr>
        <p:spPr>
          <a:xfrm>
            <a:off x="-10160" y="229878"/>
            <a:ext cx="16276320" cy="687244"/>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3F3F3F"/>
              </a:buClr>
              <a:buSzPts val="4400"/>
              <a:buFont typeface="Arial"/>
              <a:buNone/>
              <a:defRPr sz="2800" b="1">
                <a:solidFill>
                  <a:srgbClr val="3F3F3F"/>
                </a:solidFill>
                <a:latin typeface="Open Sans"/>
                <a:ea typeface="Open Sans"/>
                <a:cs typeface="Open Sans"/>
                <a:sym typeface="Open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4" name="Google Shape;154;p151"/>
          <p:cNvSpPr txBox="1">
            <a:spLocks noGrp="1"/>
          </p:cNvSpPr>
          <p:nvPr>
            <p:ph type="body" idx="1"/>
          </p:nvPr>
        </p:nvSpPr>
        <p:spPr>
          <a:xfrm>
            <a:off x="4834890" y="1364776"/>
            <a:ext cx="10314124" cy="6823881"/>
          </a:xfrm>
          <a:prstGeom prst="rect">
            <a:avLst/>
          </a:prstGeom>
          <a:noFill/>
          <a:ln>
            <a:noFill/>
          </a:ln>
        </p:spPr>
        <p:txBody>
          <a:bodyPr spcFirstLastPara="1" wrap="square" lIns="91425" tIns="45700" rIns="91425" bIns="45700" anchor="t" anchorCtr="0">
            <a:normAutofit/>
          </a:bodyPr>
          <a:lstStyle>
            <a:lvl1pPr marL="457200" lvl="0" indent="-228600" algn="l">
              <a:lnSpc>
                <a:spcPct val="114000"/>
              </a:lnSpc>
              <a:spcBef>
                <a:spcPts val="0"/>
              </a:spcBef>
              <a:spcAft>
                <a:spcPts val="0"/>
              </a:spcAft>
              <a:buClr>
                <a:srgbClr val="404040"/>
              </a:buClr>
              <a:buSzPts val="2200"/>
              <a:buFont typeface="Arial"/>
              <a:buNone/>
              <a:defRPr sz="2200">
                <a:solidFill>
                  <a:srgbClr val="404040"/>
                </a:solidFill>
                <a:latin typeface="Open Sans"/>
                <a:ea typeface="Open Sans"/>
                <a:cs typeface="Open Sans"/>
                <a:sym typeface="Open Sans"/>
              </a:defRPr>
            </a:lvl1pPr>
            <a:lvl2pPr marL="914400" lvl="1" indent="-228600" algn="l">
              <a:lnSpc>
                <a:spcPct val="114000"/>
              </a:lnSpc>
              <a:spcBef>
                <a:spcPts val="1000"/>
              </a:spcBef>
              <a:spcAft>
                <a:spcPts val="0"/>
              </a:spcAft>
              <a:buClr>
                <a:srgbClr val="404040"/>
              </a:buClr>
              <a:buSzPts val="2200"/>
              <a:buFont typeface="Open Sans"/>
              <a:buNone/>
              <a:defRPr sz="2200">
                <a:solidFill>
                  <a:srgbClr val="404040"/>
                </a:solidFill>
                <a:latin typeface="Open Sans"/>
                <a:ea typeface="Open Sans"/>
                <a:cs typeface="Open Sans"/>
                <a:sym typeface="Open Sans"/>
              </a:defRPr>
            </a:lvl2pPr>
            <a:lvl3pPr marL="1371600" lvl="2" indent="-228600" algn="l">
              <a:lnSpc>
                <a:spcPct val="114000"/>
              </a:lnSpc>
              <a:spcBef>
                <a:spcPts val="1000"/>
              </a:spcBef>
              <a:spcAft>
                <a:spcPts val="0"/>
              </a:spcAft>
              <a:buClr>
                <a:srgbClr val="404040"/>
              </a:buClr>
              <a:buSzPts val="2200"/>
              <a:buFont typeface="Open Sans"/>
              <a:buNone/>
              <a:defRPr sz="2200">
                <a:solidFill>
                  <a:srgbClr val="404040"/>
                </a:solidFill>
                <a:latin typeface="Open Sans"/>
                <a:ea typeface="Open Sans"/>
                <a:cs typeface="Open Sans"/>
                <a:sym typeface="Open Sans"/>
              </a:defRPr>
            </a:lvl3pPr>
            <a:lvl4pPr marL="1828800" lvl="3" indent="-228600" algn="l">
              <a:lnSpc>
                <a:spcPct val="114000"/>
              </a:lnSpc>
              <a:spcBef>
                <a:spcPts val="1000"/>
              </a:spcBef>
              <a:spcAft>
                <a:spcPts val="0"/>
              </a:spcAft>
              <a:buClr>
                <a:srgbClr val="404040"/>
              </a:buClr>
              <a:buSzPts val="2200"/>
              <a:buFont typeface="Open Sans"/>
              <a:buNone/>
              <a:defRPr sz="2200">
                <a:solidFill>
                  <a:srgbClr val="404040"/>
                </a:solidFill>
                <a:latin typeface="Open Sans"/>
                <a:ea typeface="Open Sans"/>
                <a:cs typeface="Open Sans"/>
                <a:sym typeface="Open Sans"/>
              </a:defRPr>
            </a:lvl4pPr>
            <a:lvl5pPr marL="2286000" lvl="4" indent="-228600" algn="l">
              <a:lnSpc>
                <a:spcPct val="114000"/>
              </a:lnSpc>
              <a:spcBef>
                <a:spcPts val="1000"/>
              </a:spcBef>
              <a:spcAft>
                <a:spcPts val="0"/>
              </a:spcAft>
              <a:buClr>
                <a:srgbClr val="404040"/>
              </a:buClr>
              <a:buSzPts val="2200"/>
              <a:buFont typeface="Open Sans"/>
              <a:buNone/>
              <a:defRPr sz="2200">
                <a:solidFill>
                  <a:srgbClr val="404040"/>
                </a:solidFill>
                <a:latin typeface="Open Sans"/>
                <a:ea typeface="Open Sans"/>
                <a:cs typeface="Open Sans"/>
                <a:sym typeface="Open Sans"/>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Phase-End Project">
  <p:cSld name="Phase-End Project">
    <p:spTree>
      <p:nvGrpSpPr>
        <p:cNvPr id="1" name="Shape 155"/>
        <p:cNvGrpSpPr/>
        <p:nvPr/>
      </p:nvGrpSpPr>
      <p:grpSpPr>
        <a:xfrm>
          <a:off x="0" y="0"/>
          <a:ext cx="0" cy="0"/>
          <a:chOff x="0" y="0"/>
          <a:chExt cx="0" cy="0"/>
        </a:xfrm>
      </p:grpSpPr>
      <p:pic>
        <p:nvPicPr>
          <p:cNvPr id="156" name="Google Shape;156;p152"/>
          <p:cNvPicPr preferRelativeResize="0"/>
          <p:nvPr/>
        </p:nvPicPr>
        <p:blipFill rotWithShape="1">
          <a:blip r:embed="rId2">
            <a:alphaModFix/>
          </a:blip>
          <a:srcRect/>
          <a:stretch/>
        </p:blipFill>
        <p:spPr>
          <a:xfrm>
            <a:off x="0" y="0"/>
            <a:ext cx="16255998" cy="9143999"/>
          </a:xfrm>
          <a:prstGeom prst="rect">
            <a:avLst/>
          </a:prstGeom>
          <a:noFill/>
          <a:ln>
            <a:noFill/>
          </a:ln>
        </p:spPr>
      </p:pic>
      <p:sp>
        <p:nvSpPr>
          <p:cNvPr id="157" name="Google Shape;157;p152"/>
          <p:cNvSpPr txBox="1">
            <a:spLocks noGrp="1"/>
          </p:cNvSpPr>
          <p:nvPr>
            <p:ph type="title"/>
          </p:nvPr>
        </p:nvSpPr>
        <p:spPr>
          <a:xfrm>
            <a:off x="-10160" y="229878"/>
            <a:ext cx="16276320" cy="687244"/>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3F3F3F"/>
              </a:buClr>
              <a:buSzPts val="4400"/>
              <a:buFont typeface="Arial"/>
              <a:buNone/>
              <a:defRPr sz="2800" b="1">
                <a:solidFill>
                  <a:srgbClr val="3F3F3F"/>
                </a:solidFill>
                <a:latin typeface="Open Sans"/>
                <a:ea typeface="Open Sans"/>
                <a:cs typeface="Open Sans"/>
                <a:sym typeface="Open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8" name="Google Shape;158;p152"/>
          <p:cNvSpPr txBox="1">
            <a:spLocks noGrp="1"/>
          </p:cNvSpPr>
          <p:nvPr>
            <p:ph type="body" idx="1"/>
          </p:nvPr>
        </p:nvSpPr>
        <p:spPr>
          <a:xfrm>
            <a:off x="4834890" y="1364776"/>
            <a:ext cx="10314124" cy="6823881"/>
          </a:xfrm>
          <a:prstGeom prst="rect">
            <a:avLst/>
          </a:prstGeom>
          <a:noFill/>
          <a:ln>
            <a:noFill/>
          </a:ln>
        </p:spPr>
        <p:txBody>
          <a:bodyPr spcFirstLastPara="1" wrap="square" lIns="91425" tIns="45700" rIns="91425" bIns="45700" anchor="t" anchorCtr="0">
            <a:normAutofit/>
          </a:bodyPr>
          <a:lstStyle>
            <a:lvl1pPr marL="457200" lvl="0" indent="-228600" algn="l">
              <a:lnSpc>
                <a:spcPct val="114000"/>
              </a:lnSpc>
              <a:spcBef>
                <a:spcPts val="0"/>
              </a:spcBef>
              <a:spcAft>
                <a:spcPts val="0"/>
              </a:spcAft>
              <a:buClr>
                <a:srgbClr val="404040"/>
              </a:buClr>
              <a:buSzPts val="2200"/>
              <a:buFont typeface="Arial"/>
              <a:buNone/>
              <a:defRPr sz="2200">
                <a:solidFill>
                  <a:srgbClr val="404040"/>
                </a:solidFill>
                <a:latin typeface="Open Sans"/>
                <a:ea typeface="Open Sans"/>
                <a:cs typeface="Open Sans"/>
                <a:sym typeface="Open Sans"/>
              </a:defRPr>
            </a:lvl1pPr>
            <a:lvl2pPr marL="914400" lvl="1" indent="-228600" algn="l">
              <a:lnSpc>
                <a:spcPct val="114000"/>
              </a:lnSpc>
              <a:spcBef>
                <a:spcPts val="1000"/>
              </a:spcBef>
              <a:spcAft>
                <a:spcPts val="0"/>
              </a:spcAft>
              <a:buClr>
                <a:srgbClr val="404040"/>
              </a:buClr>
              <a:buSzPts val="2200"/>
              <a:buFont typeface="Open Sans"/>
              <a:buNone/>
              <a:defRPr sz="2200">
                <a:solidFill>
                  <a:srgbClr val="404040"/>
                </a:solidFill>
                <a:latin typeface="Open Sans"/>
                <a:ea typeface="Open Sans"/>
                <a:cs typeface="Open Sans"/>
                <a:sym typeface="Open Sans"/>
              </a:defRPr>
            </a:lvl2pPr>
            <a:lvl3pPr marL="1371600" lvl="2" indent="-228600" algn="l">
              <a:lnSpc>
                <a:spcPct val="114000"/>
              </a:lnSpc>
              <a:spcBef>
                <a:spcPts val="1000"/>
              </a:spcBef>
              <a:spcAft>
                <a:spcPts val="0"/>
              </a:spcAft>
              <a:buClr>
                <a:srgbClr val="404040"/>
              </a:buClr>
              <a:buSzPts val="2200"/>
              <a:buFont typeface="Open Sans"/>
              <a:buNone/>
              <a:defRPr sz="2200">
                <a:solidFill>
                  <a:srgbClr val="404040"/>
                </a:solidFill>
                <a:latin typeface="Open Sans"/>
                <a:ea typeface="Open Sans"/>
                <a:cs typeface="Open Sans"/>
                <a:sym typeface="Open Sans"/>
              </a:defRPr>
            </a:lvl3pPr>
            <a:lvl4pPr marL="1828800" lvl="3" indent="-228600" algn="l">
              <a:lnSpc>
                <a:spcPct val="114000"/>
              </a:lnSpc>
              <a:spcBef>
                <a:spcPts val="1000"/>
              </a:spcBef>
              <a:spcAft>
                <a:spcPts val="0"/>
              </a:spcAft>
              <a:buClr>
                <a:srgbClr val="404040"/>
              </a:buClr>
              <a:buSzPts val="2200"/>
              <a:buFont typeface="Open Sans"/>
              <a:buNone/>
              <a:defRPr sz="2200">
                <a:solidFill>
                  <a:srgbClr val="404040"/>
                </a:solidFill>
                <a:latin typeface="Open Sans"/>
                <a:ea typeface="Open Sans"/>
                <a:cs typeface="Open Sans"/>
                <a:sym typeface="Open Sans"/>
              </a:defRPr>
            </a:lvl4pPr>
            <a:lvl5pPr marL="2286000" lvl="4" indent="-228600" algn="l">
              <a:lnSpc>
                <a:spcPct val="114000"/>
              </a:lnSpc>
              <a:spcBef>
                <a:spcPts val="1000"/>
              </a:spcBef>
              <a:spcAft>
                <a:spcPts val="0"/>
              </a:spcAft>
              <a:buClr>
                <a:srgbClr val="404040"/>
              </a:buClr>
              <a:buSzPts val="2200"/>
              <a:buFont typeface="Open Sans"/>
              <a:buNone/>
              <a:defRPr sz="2200">
                <a:solidFill>
                  <a:srgbClr val="404040"/>
                </a:solidFill>
                <a:latin typeface="Open Sans"/>
                <a:ea typeface="Open Sans"/>
                <a:cs typeface="Open Sans"/>
                <a:sym typeface="Open Sans"/>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ullet_for_projects">
  <p:cSld name="Bullet_for_projects">
    <p:spTree>
      <p:nvGrpSpPr>
        <p:cNvPr id="1" name="Shape 159"/>
        <p:cNvGrpSpPr/>
        <p:nvPr/>
      </p:nvGrpSpPr>
      <p:grpSpPr>
        <a:xfrm>
          <a:off x="0" y="0"/>
          <a:ext cx="0" cy="0"/>
          <a:chOff x="0" y="0"/>
          <a:chExt cx="0" cy="0"/>
        </a:xfrm>
      </p:grpSpPr>
      <p:sp>
        <p:nvSpPr>
          <p:cNvPr id="160" name="Google Shape;160;p153"/>
          <p:cNvSpPr txBox="1">
            <a:spLocks noGrp="1"/>
          </p:cNvSpPr>
          <p:nvPr>
            <p:ph type="body" idx="1"/>
          </p:nvPr>
        </p:nvSpPr>
        <p:spPr>
          <a:xfrm>
            <a:off x="4834890" y="1377162"/>
            <a:ext cx="10314607" cy="6815160"/>
          </a:xfrm>
          <a:prstGeom prst="rect">
            <a:avLst/>
          </a:prstGeom>
          <a:noFill/>
          <a:ln>
            <a:noFill/>
          </a:ln>
        </p:spPr>
        <p:txBody>
          <a:bodyPr spcFirstLastPara="1" wrap="square" lIns="91425" tIns="45700" rIns="91425" bIns="45700" anchor="t" anchorCtr="0">
            <a:normAutofit/>
          </a:bodyPr>
          <a:lstStyle>
            <a:lvl1pPr marL="457200" lvl="0" indent="-228600" algn="l">
              <a:lnSpc>
                <a:spcPct val="114000"/>
              </a:lnSpc>
              <a:spcBef>
                <a:spcPts val="1000"/>
              </a:spcBef>
              <a:spcAft>
                <a:spcPts val="0"/>
              </a:spcAft>
              <a:buClr>
                <a:srgbClr val="3F3F3F"/>
              </a:buClr>
              <a:buSzPts val="2200"/>
              <a:buNone/>
              <a:defRPr/>
            </a:lvl1pPr>
            <a:lvl2pPr marL="914400" lvl="1" indent="-342900" algn="l">
              <a:lnSpc>
                <a:spcPct val="114000"/>
              </a:lnSpc>
              <a:spcBef>
                <a:spcPts val="500"/>
              </a:spcBef>
              <a:spcAft>
                <a:spcPts val="0"/>
              </a:spcAft>
              <a:buClr>
                <a:srgbClr val="3F3F3F"/>
              </a:buClr>
              <a:buSzPts val="1800"/>
              <a:buChar char="•"/>
              <a:defRPr/>
            </a:lvl2pPr>
            <a:lvl3pPr marL="1371600" lvl="2" indent="-368300" algn="l">
              <a:lnSpc>
                <a:spcPct val="114000"/>
              </a:lnSpc>
              <a:spcBef>
                <a:spcPts val="500"/>
              </a:spcBef>
              <a:spcAft>
                <a:spcPts val="0"/>
              </a:spcAft>
              <a:buClr>
                <a:srgbClr val="3F3F3F"/>
              </a:buClr>
              <a:buSzPts val="2200"/>
              <a:buFont typeface="Courier New"/>
              <a:buChar char="o"/>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Case Study">
  <p:cSld name="Case Study">
    <p:spTree>
      <p:nvGrpSpPr>
        <p:cNvPr id="1" name="Shape 161"/>
        <p:cNvGrpSpPr/>
        <p:nvPr/>
      </p:nvGrpSpPr>
      <p:grpSpPr>
        <a:xfrm>
          <a:off x="0" y="0"/>
          <a:ext cx="0" cy="0"/>
          <a:chOff x="0" y="0"/>
          <a:chExt cx="0" cy="0"/>
        </a:xfrm>
      </p:grpSpPr>
      <p:pic>
        <p:nvPicPr>
          <p:cNvPr id="162" name="Google Shape;162;p154"/>
          <p:cNvPicPr preferRelativeResize="0"/>
          <p:nvPr/>
        </p:nvPicPr>
        <p:blipFill rotWithShape="1">
          <a:blip r:embed="rId2">
            <a:alphaModFix/>
          </a:blip>
          <a:srcRect/>
          <a:stretch/>
        </p:blipFill>
        <p:spPr>
          <a:xfrm>
            <a:off x="0" y="0"/>
            <a:ext cx="16255999" cy="9143999"/>
          </a:xfrm>
          <a:prstGeom prst="rect">
            <a:avLst/>
          </a:prstGeom>
          <a:noFill/>
          <a:ln>
            <a:noFill/>
          </a:ln>
        </p:spPr>
      </p:pic>
      <p:sp>
        <p:nvSpPr>
          <p:cNvPr id="163" name="Google Shape;163;p154"/>
          <p:cNvSpPr txBox="1">
            <a:spLocks noGrp="1"/>
          </p:cNvSpPr>
          <p:nvPr>
            <p:ph type="body" idx="1"/>
          </p:nvPr>
        </p:nvSpPr>
        <p:spPr>
          <a:xfrm>
            <a:off x="9752023" y="4114800"/>
            <a:ext cx="4348077" cy="914400"/>
          </a:xfrm>
          <a:prstGeom prst="rect">
            <a:avLst/>
          </a:prstGeom>
          <a:noFill/>
          <a:ln>
            <a:noFill/>
          </a:ln>
        </p:spPr>
        <p:txBody>
          <a:bodyPr spcFirstLastPara="1" wrap="square" lIns="91425" tIns="91425" rIns="91425" bIns="91425" anchor="ctr" anchorCtr="0">
            <a:noAutofit/>
          </a:bodyPr>
          <a:lstStyle>
            <a:lvl1pPr marL="457200" lvl="0" indent="-228600" algn="ctr">
              <a:lnSpc>
                <a:spcPct val="114000"/>
              </a:lnSpc>
              <a:spcBef>
                <a:spcPts val="0"/>
              </a:spcBef>
              <a:spcAft>
                <a:spcPts val="0"/>
              </a:spcAft>
              <a:buClr>
                <a:srgbClr val="404040"/>
              </a:buClr>
              <a:buSzPts val="2800"/>
              <a:buNone/>
              <a:defRPr sz="2800" b="1">
                <a:solidFill>
                  <a:srgbClr val="404040"/>
                </a:solidFill>
                <a:latin typeface="Open Sans"/>
                <a:ea typeface="Open Sans"/>
                <a:cs typeface="Open Sans"/>
                <a:sym typeface="Open Sans"/>
              </a:defRPr>
            </a:lvl1pPr>
            <a:lvl2pPr marL="914400" lvl="1" indent="-342900" algn="l">
              <a:lnSpc>
                <a:spcPct val="114000"/>
              </a:lnSpc>
              <a:spcBef>
                <a:spcPts val="500"/>
              </a:spcBef>
              <a:spcAft>
                <a:spcPts val="0"/>
              </a:spcAft>
              <a:buClr>
                <a:srgbClr val="3F3F3F"/>
              </a:buClr>
              <a:buSzPts val="1800"/>
              <a:buChar char="•"/>
              <a:defRPr/>
            </a:lvl2pPr>
            <a:lvl3pPr marL="1371600" lvl="2" indent="-342900" algn="l">
              <a:lnSpc>
                <a:spcPct val="114000"/>
              </a:lnSpc>
              <a:spcBef>
                <a:spcPts val="500"/>
              </a:spcBef>
              <a:spcAft>
                <a:spcPts val="0"/>
              </a:spcAft>
              <a:buClr>
                <a:srgbClr val="3F3F3F"/>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164" name="Google Shape;164;p154" descr="A picture containing child art, table, illustration, design&#10;&#10;Description automatically generated"/>
          <p:cNvPicPr preferRelativeResize="0"/>
          <p:nvPr/>
        </p:nvPicPr>
        <p:blipFill rotWithShape="1">
          <a:blip r:embed="rId3">
            <a:alphaModFix/>
          </a:blip>
          <a:srcRect/>
          <a:stretch/>
        </p:blipFill>
        <p:spPr>
          <a:xfrm>
            <a:off x="1222176" y="2171113"/>
            <a:ext cx="4823955" cy="4555588"/>
          </a:xfrm>
          <a:prstGeom prst="rect">
            <a:avLst/>
          </a:prstGeom>
          <a:noFill/>
          <a:ln>
            <a:noFill/>
          </a:ln>
        </p:spPr>
      </p:pic>
    </p:spTree>
  </p:cSld>
  <p:clrMapOvr>
    <a:masterClrMapping/>
  </p:clrMapOvr>
  <p:extLst>
    <p:ext uri="{DCECCB84-F9BA-43D5-87BE-67443E8EF086}">
      <p15:sldGuideLst xmlns:p15="http://schemas.microsoft.com/office/powerpoint/2012/main">
        <p15:guide id="1" orient="horz" pos="2880">
          <p15:clr>
            <a:srgbClr val="000000"/>
          </p15:clr>
        </p15:guide>
        <p15:guide id="2" pos="5120">
          <p15:clr>
            <a:srgbClr val="00000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Discussion">
  <p:cSld name="Discussion">
    <p:spTree>
      <p:nvGrpSpPr>
        <p:cNvPr id="1" name="Shape 165"/>
        <p:cNvGrpSpPr/>
        <p:nvPr/>
      </p:nvGrpSpPr>
      <p:grpSpPr>
        <a:xfrm>
          <a:off x="0" y="0"/>
          <a:ext cx="0" cy="0"/>
          <a:chOff x="0" y="0"/>
          <a:chExt cx="0" cy="0"/>
        </a:xfrm>
      </p:grpSpPr>
      <p:pic>
        <p:nvPicPr>
          <p:cNvPr id="166" name="Google Shape;166;p155"/>
          <p:cNvPicPr preferRelativeResize="0"/>
          <p:nvPr/>
        </p:nvPicPr>
        <p:blipFill rotWithShape="1">
          <a:blip r:embed="rId2">
            <a:alphaModFix/>
          </a:blip>
          <a:srcRect/>
          <a:stretch/>
        </p:blipFill>
        <p:spPr>
          <a:xfrm>
            <a:off x="0" y="0"/>
            <a:ext cx="16255999" cy="9144000"/>
          </a:xfrm>
          <a:prstGeom prst="rect">
            <a:avLst/>
          </a:prstGeom>
          <a:noFill/>
          <a:ln>
            <a:noFill/>
          </a:ln>
        </p:spPr>
      </p:pic>
      <p:pic>
        <p:nvPicPr>
          <p:cNvPr id="167" name="Google Shape;167;p155"/>
          <p:cNvPicPr preferRelativeResize="0"/>
          <p:nvPr/>
        </p:nvPicPr>
        <p:blipFill rotWithShape="1">
          <a:blip r:embed="rId3">
            <a:alphaModFix/>
          </a:blip>
          <a:srcRect/>
          <a:stretch/>
        </p:blipFill>
        <p:spPr>
          <a:xfrm>
            <a:off x="1303264" y="2051538"/>
            <a:ext cx="4661781" cy="4794738"/>
          </a:xfrm>
          <a:prstGeom prst="rect">
            <a:avLst/>
          </a:prstGeom>
          <a:noFill/>
          <a:ln>
            <a:noFill/>
          </a:ln>
        </p:spPr>
      </p:pic>
      <p:sp>
        <p:nvSpPr>
          <p:cNvPr id="168" name="Google Shape;168;p155"/>
          <p:cNvSpPr txBox="1">
            <a:spLocks noGrp="1"/>
          </p:cNvSpPr>
          <p:nvPr>
            <p:ph type="body" idx="1"/>
          </p:nvPr>
        </p:nvSpPr>
        <p:spPr>
          <a:xfrm>
            <a:off x="9752023" y="4114800"/>
            <a:ext cx="4348077" cy="914400"/>
          </a:xfrm>
          <a:prstGeom prst="rect">
            <a:avLst/>
          </a:prstGeom>
          <a:noFill/>
          <a:ln>
            <a:noFill/>
          </a:ln>
        </p:spPr>
        <p:txBody>
          <a:bodyPr spcFirstLastPara="1" wrap="square" lIns="91425" tIns="91425" rIns="91425" bIns="91425" anchor="ctr" anchorCtr="0">
            <a:noAutofit/>
          </a:bodyPr>
          <a:lstStyle>
            <a:lvl1pPr marL="457200" lvl="0" indent="-228600" algn="ctr">
              <a:lnSpc>
                <a:spcPct val="114000"/>
              </a:lnSpc>
              <a:spcBef>
                <a:spcPts val="0"/>
              </a:spcBef>
              <a:spcAft>
                <a:spcPts val="0"/>
              </a:spcAft>
              <a:buClr>
                <a:srgbClr val="404040"/>
              </a:buClr>
              <a:buSzPts val="2800"/>
              <a:buNone/>
              <a:defRPr sz="2800" b="1">
                <a:solidFill>
                  <a:srgbClr val="404040"/>
                </a:solidFill>
                <a:latin typeface="Open Sans"/>
                <a:ea typeface="Open Sans"/>
                <a:cs typeface="Open Sans"/>
                <a:sym typeface="Open Sans"/>
              </a:defRPr>
            </a:lvl1pPr>
            <a:lvl2pPr marL="914400" lvl="1" indent="-342900" algn="l">
              <a:lnSpc>
                <a:spcPct val="114000"/>
              </a:lnSpc>
              <a:spcBef>
                <a:spcPts val="500"/>
              </a:spcBef>
              <a:spcAft>
                <a:spcPts val="0"/>
              </a:spcAft>
              <a:buClr>
                <a:srgbClr val="3F3F3F"/>
              </a:buClr>
              <a:buSzPts val="1800"/>
              <a:buChar char="•"/>
              <a:defRPr/>
            </a:lvl2pPr>
            <a:lvl3pPr marL="1371600" lvl="2" indent="-342900" algn="l">
              <a:lnSpc>
                <a:spcPct val="114000"/>
              </a:lnSpc>
              <a:spcBef>
                <a:spcPts val="500"/>
              </a:spcBef>
              <a:spcAft>
                <a:spcPts val="0"/>
              </a:spcAft>
              <a:buClr>
                <a:srgbClr val="3F3F3F"/>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extLst>
    <p:ext uri="{DCECCB84-F9BA-43D5-87BE-67443E8EF086}">
      <p15:sldGuideLst xmlns:p15="http://schemas.microsoft.com/office/powerpoint/2012/main">
        <p15:guide id="1" orient="horz" pos="2880">
          <p15:clr>
            <a:srgbClr val="000000"/>
          </p15:clr>
        </p15:guide>
        <p15:guide id="2" pos="5120">
          <p15:clr>
            <a:srgbClr val="00000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Discussion-Content">
  <p:cSld name="Discussion-Content">
    <p:spTree>
      <p:nvGrpSpPr>
        <p:cNvPr id="1" name="Shape 169"/>
        <p:cNvGrpSpPr/>
        <p:nvPr/>
      </p:nvGrpSpPr>
      <p:grpSpPr>
        <a:xfrm>
          <a:off x="0" y="0"/>
          <a:ext cx="0" cy="0"/>
          <a:chOff x="0" y="0"/>
          <a:chExt cx="0" cy="0"/>
        </a:xfrm>
      </p:grpSpPr>
      <p:pic>
        <p:nvPicPr>
          <p:cNvPr id="170" name="Google Shape;170;p156"/>
          <p:cNvPicPr preferRelativeResize="0"/>
          <p:nvPr/>
        </p:nvPicPr>
        <p:blipFill rotWithShape="1">
          <a:blip r:embed="rId2">
            <a:alphaModFix/>
          </a:blip>
          <a:srcRect/>
          <a:stretch/>
        </p:blipFill>
        <p:spPr>
          <a:xfrm>
            <a:off x="0" y="0"/>
            <a:ext cx="16255999" cy="9144000"/>
          </a:xfrm>
          <a:prstGeom prst="rect">
            <a:avLst/>
          </a:prstGeom>
          <a:noFill/>
          <a:ln>
            <a:noFill/>
          </a:ln>
        </p:spPr>
      </p:pic>
      <p:sp>
        <p:nvSpPr>
          <p:cNvPr id="171" name="Google Shape;171;p156"/>
          <p:cNvSpPr txBox="1">
            <a:spLocks noGrp="1"/>
          </p:cNvSpPr>
          <p:nvPr>
            <p:ph type="title"/>
          </p:nvPr>
        </p:nvSpPr>
        <p:spPr>
          <a:xfrm>
            <a:off x="-10160" y="229878"/>
            <a:ext cx="16276320" cy="687244"/>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3F3F3F"/>
              </a:buClr>
              <a:buSzPts val="4400"/>
              <a:buFont typeface="Arial"/>
              <a:buNone/>
              <a:defRPr sz="2800" b="1">
                <a:solidFill>
                  <a:srgbClr val="3F3F3F"/>
                </a:solidFill>
                <a:latin typeface="Open Sans"/>
                <a:ea typeface="Open Sans"/>
                <a:cs typeface="Open Sans"/>
                <a:sym typeface="Open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172" name="Google Shape;172;p156"/>
          <p:cNvPicPr preferRelativeResize="0"/>
          <p:nvPr/>
        </p:nvPicPr>
        <p:blipFill rotWithShape="1">
          <a:blip r:embed="rId3">
            <a:alphaModFix/>
          </a:blip>
          <a:srcRect/>
          <a:stretch/>
        </p:blipFill>
        <p:spPr>
          <a:xfrm>
            <a:off x="752450" y="2249238"/>
            <a:ext cx="4290990" cy="4413372"/>
          </a:xfrm>
          <a:prstGeom prst="rect">
            <a:avLst/>
          </a:prstGeom>
          <a:noFill/>
          <a:ln>
            <a:noFill/>
          </a:ln>
        </p:spPr>
      </p:pic>
      <p:sp>
        <p:nvSpPr>
          <p:cNvPr id="173" name="Google Shape;173;p156"/>
          <p:cNvSpPr txBox="1">
            <a:spLocks noGrp="1"/>
          </p:cNvSpPr>
          <p:nvPr>
            <p:ph type="body" idx="1"/>
          </p:nvPr>
        </p:nvSpPr>
        <p:spPr>
          <a:xfrm>
            <a:off x="5394960" y="1761785"/>
            <a:ext cx="10346786" cy="6260127"/>
          </a:xfrm>
          <a:prstGeom prst="rect">
            <a:avLst/>
          </a:prstGeom>
          <a:noFill/>
          <a:ln>
            <a:noFill/>
          </a:ln>
        </p:spPr>
        <p:txBody>
          <a:bodyPr spcFirstLastPara="1" wrap="square" lIns="91425" tIns="45700" rIns="91425" bIns="45700" anchor="t" anchorCtr="0">
            <a:normAutofit/>
          </a:bodyPr>
          <a:lstStyle>
            <a:lvl1pPr marL="457200" lvl="0" indent="-228600" algn="l">
              <a:lnSpc>
                <a:spcPct val="114000"/>
              </a:lnSpc>
              <a:spcBef>
                <a:spcPts val="0"/>
              </a:spcBef>
              <a:spcAft>
                <a:spcPts val="0"/>
              </a:spcAft>
              <a:buClr>
                <a:srgbClr val="404040"/>
              </a:buClr>
              <a:buSzPts val="2200"/>
              <a:buFont typeface="Arial"/>
              <a:buNone/>
              <a:defRPr sz="2200">
                <a:solidFill>
                  <a:srgbClr val="404040"/>
                </a:solidFill>
                <a:latin typeface="Open Sans"/>
                <a:ea typeface="Open Sans"/>
                <a:cs typeface="Open Sans"/>
                <a:sym typeface="Open Sans"/>
              </a:defRPr>
            </a:lvl1pPr>
            <a:lvl2pPr marL="914400" lvl="1" indent="-228600" algn="l">
              <a:lnSpc>
                <a:spcPct val="114000"/>
              </a:lnSpc>
              <a:spcBef>
                <a:spcPts val="1000"/>
              </a:spcBef>
              <a:spcAft>
                <a:spcPts val="0"/>
              </a:spcAft>
              <a:buClr>
                <a:srgbClr val="404040"/>
              </a:buClr>
              <a:buSzPts val="2200"/>
              <a:buFont typeface="Open Sans"/>
              <a:buNone/>
              <a:defRPr sz="2200">
                <a:solidFill>
                  <a:srgbClr val="404040"/>
                </a:solidFill>
                <a:latin typeface="Open Sans"/>
                <a:ea typeface="Open Sans"/>
                <a:cs typeface="Open Sans"/>
                <a:sym typeface="Open Sans"/>
              </a:defRPr>
            </a:lvl2pPr>
            <a:lvl3pPr marL="1371600" lvl="2" indent="-228600" algn="l">
              <a:lnSpc>
                <a:spcPct val="114000"/>
              </a:lnSpc>
              <a:spcBef>
                <a:spcPts val="1000"/>
              </a:spcBef>
              <a:spcAft>
                <a:spcPts val="0"/>
              </a:spcAft>
              <a:buClr>
                <a:srgbClr val="404040"/>
              </a:buClr>
              <a:buSzPts val="2200"/>
              <a:buFont typeface="Open Sans"/>
              <a:buNone/>
              <a:defRPr sz="2200">
                <a:solidFill>
                  <a:srgbClr val="404040"/>
                </a:solidFill>
                <a:latin typeface="Open Sans"/>
                <a:ea typeface="Open Sans"/>
                <a:cs typeface="Open Sans"/>
                <a:sym typeface="Open Sans"/>
              </a:defRPr>
            </a:lvl3pPr>
            <a:lvl4pPr marL="1828800" lvl="3" indent="-228600" algn="l">
              <a:lnSpc>
                <a:spcPct val="114000"/>
              </a:lnSpc>
              <a:spcBef>
                <a:spcPts val="1000"/>
              </a:spcBef>
              <a:spcAft>
                <a:spcPts val="0"/>
              </a:spcAft>
              <a:buClr>
                <a:srgbClr val="404040"/>
              </a:buClr>
              <a:buSzPts val="2200"/>
              <a:buFont typeface="Open Sans"/>
              <a:buNone/>
              <a:defRPr sz="2200">
                <a:solidFill>
                  <a:srgbClr val="404040"/>
                </a:solidFill>
                <a:latin typeface="Open Sans"/>
                <a:ea typeface="Open Sans"/>
                <a:cs typeface="Open Sans"/>
                <a:sym typeface="Open Sans"/>
              </a:defRPr>
            </a:lvl4pPr>
            <a:lvl5pPr marL="2286000" lvl="4" indent="-228600" algn="l">
              <a:lnSpc>
                <a:spcPct val="114000"/>
              </a:lnSpc>
              <a:spcBef>
                <a:spcPts val="1000"/>
              </a:spcBef>
              <a:spcAft>
                <a:spcPts val="0"/>
              </a:spcAft>
              <a:buClr>
                <a:srgbClr val="404040"/>
              </a:buClr>
              <a:buSzPts val="2200"/>
              <a:buFont typeface="Open Sans"/>
              <a:buNone/>
              <a:defRPr sz="2200">
                <a:solidFill>
                  <a:srgbClr val="404040"/>
                </a:solidFill>
                <a:latin typeface="Open Sans"/>
                <a:ea typeface="Open Sans"/>
                <a:cs typeface="Open Sans"/>
                <a:sym typeface="Open Sans"/>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extLst>
    <p:ext uri="{DCECCB84-F9BA-43D5-87BE-67443E8EF086}">
      <p15:sldGuideLst xmlns:p15="http://schemas.microsoft.com/office/powerpoint/2012/main">
        <p15:guide id="1" orient="horz" pos="2880">
          <p15:clr>
            <a:srgbClr val="000000"/>
          </p15:clr>
        </p15:guide>
        <p15:guide id="2" pos="5120">
          <p15:clr>
            <a:srgbClr val="00000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Role-Play Activities">
  <p:cSld name="Role-Play Activities">
    <p:spTree>
      <p:nvGrpSpPr>
        <p:cNvPr id="1" name="Shape 174"/>
        <p:cNvGrpSpPr/>
        <p:nvPr/>
      </p:nvGrpSpPr>
      <p:grpSpPr>
        <a:xfrm>
          <a:off x="0" y="0"/>
          <a:ext cx="0" cy="0"/>
          <a:chOff x="0" y="0"/>
          <a:chExt cx="0" cy="0"/>
        </a:xfrm>
      </p:grpSpPr>
      <p:pic>
        <p:nvPicPr>
          <p:cNvPr id="175" name="Google Shape;175;p157"/>
          <p:cNvPicPr preferRelativeResize="0"/>
          <p:nvPr/>
        </p:nvPicPr>
        <p:blipFill rotWithShape="1">
          <a:blip r:embed="rId2">
            <a:alphaModFix/>
          </a:blip>
          <a:srcRect/>
          <a:stretch/>
        </p:blipFill>
        <p:spPr>
          <a:xfrm>
            <a:off x="0" y="0"/>
            <a:ext cx="16255999" cy="9143999"/>
          </a:xfrm>
          <a:prstGeom prst="rect">
            <a:avLst/>
          </a:prstGeom>
          <a:noFill/>
          <a:ln>
            <a:noFill/>
          </a:ln>
        </p:spPr>
      </p:pic>
      <p:sp>
        <p:nvSpPr>
          <p:cNvPr id="176" name="Google Shape;176;p157"/>
          <p:cNvSpPr txBox="1">
            <a:spLocks noGrp="1"/>
          </p:cNvSpPr>
          <p:nvPr>
            <p:ph type="body" idx="1"/>
          </p:nvPr>
        </p:nvSpPr>
        <p:spPr>
          <a:xfrm>
            <a:off x="9752023" y="4114800"/>
            <a:ext cx="4348077" cy="914400"/>
          </a:xfrm>
          <a:prstGeom prst="rect">
            <a:avLst/>
          </a:prstGeom>
          <a:noFill/>
          <a:ln>
            <a:noFill/>
          </a:ln>
        </p:spPr>
        <p:txBody>
          <a:bodyPr spcFirstLastPara="1" wrap="square" lIns="91425" tIns="91425" rIns="91425" bIns="91425" anchor="t" anchorCtr="0">
            <a:noAutofit/>
          </a:bodyPr>
          <a:lstStyle>
            <a:lvl1pPr marL="457200" lvl="0" indent="-228600" algn="ctr">
              <a:lnSpc>
                <a:spcPct val="114000"/>
              </a:lnSpc>
              <a:spcBef>
                <a:spcPts val="1000"/>
              </a:spcBef>
              <a:spcAft>
                <a:spcPts val="0"/>
              </a:spcAft>
              <a:buClr>
                <a:srgbClr val="404040"/>
              </a:buClr>
              <a:buSzPts val="2800"/>
              <a:buFont typeface="Arial"/>
              <a:buNone/>
              <a:defRPr sz="2800" b="1">
                <a:solidFill>
                  <a:srgbClr val="404040"/>
                </a:solidFill>
                <a:latin typeface="Open Sans"/>
                <a:ea typeface="Open Sans"/>
                <a:cs typeface="Open Sans"/>
                <a:sym typeface="Open Sans"/>
              </a:defRPr>
            </a:lvl1pPr>
            <a:lvl2pPr marL="914400" lvl="1" indent="-342900" algn="l">
              <a:lnSpc>
                <a:spcPct val="114000"/>
              </a:lnSpc>
              <a:spcBef>
                <a:spcPts val="500"/>
              </a:spcBef>
              <a:spcAft>
                <a:spcPts val="0"/>
              </a:spcAft>
              <a:buClr>
                <a:srgbClr val="3F3F3F"/>
              </a:buClr>
              <a:buSzPts val="1800"/>
              <a:buChar char="•"/>
              <a:defRPr/>
            </a:lvl2pPr>
            <a:lvl3pPr marL="1371600" lvl="2" indent="-342900" algn="l">
              <a:lnSpc>
                <a:spcPct val="114000"/>
              </a:lnSpc>
              <a:spcBef>
                <a:spcPts val="500"/>
              </a:spcBef>
              <a:spcAft>
                <a:spcPts val="0"/>
              </a:spcAft>
              <a:buClr>
                <a:srgbClr val="3F3F3F"/>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177" name="Google Shape;177;p157" descr="A group of people reading books&#10;&#10;Description automatically generated with low confidence"/>
          <p:cNvPicPr preferRelativeResize="0"/>
          <p:nvPr/>
        </p:nvPicPr>
        <p:blipFill rotWithShape="1">
          <a:blip r:embed="rId3">
            <a:alphaModFix/>
          </a:blip>
          <a:srcRect/>
          <a:stretch/>
        </p:blipFill>
        <p:spPr>
          <a:xfrm>
            <a:off x="1137129" y="2323120"/>
            <a:ext cx="5664389" cy="4497760"/>
          </a:xfrm>
          <a:prstGeom prst="rect">
            <a:avLst/>
          </a:prstGeom>
          <a:noFill/>
          <a:ln>
            <a:noFill/>
          </a:ln>
        </p:spPr>
      </p:pic>
    </p:spTree>
  </p:cSld>
  <p:clrMapOvr>
    <a:masterClrMapping/>
  </p:clrMapOvr>
  <p:extLst>
    <p:ext uri="{DCECCB84-F9BA-43D5-87BE-67443E8EF086}">
      <p15:sldGuideLst xmlns:p15="http://schemas.microsoft.com/office/powerpoint/2012/main">
        <p15:guide id="1" orient="horz" pos="2880">
          <p15:clr>
            <a:srgbClr val="000000"/>
          </p15:clr>
        </p15:guide>
        <p15:guide id="2" pos="5120">
          <p15:clr>
            <a:srgbClr val="00000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Course-end Project">
  <p:cSld name="Course-end Project">
    <p:spTree>
      <p:nvGrpSpPr>
        <p:cNvPr id="1" name="Shape 178"/>
        <p:cNvGrpSpPr/>
        <p:nvPr/>
      </p:nvGrpSpPr>
      <p:grpSpPr>
        <a:xfrm>
          <a:off x="0" y="0"/>
          <a:ext cx="0" cy="0"/>
          <a:chOff x="0" y="0"/>
          <a:chExt cx="0" cy="0"/>
        </a:xfrm>
      </p:grpSpPr>
      <p:pic>
        <p:nvPicPr>
          <p:cNvPr id="179" name="Google Shape;179;p158"/>
          <p:cNvPicPr preferRelativeResize="0"/>
          <p:nvPr/>
        </p:nvPicPr>
        <p:blipFill rotWithShape="1">
          <a:blip r:embed="rId2">
            <a:alphaModFix/>
          </a:blip>
          <a:srcRect/>
          <a:stretch/>
        </p:blipFill>
        <p:spPr>
          <a:xfrm>
            <a:off x="2" y="0"/>
            <a:ext cx="16255996" cy="9143998"/>
          </a:xfrm>
          <a:prstGeom prst="rect">
            <a:avLst/>
          </a:prstGeom>
          <a:noFill/>
          <a:ln>
            <a:noFill/>
          </a:ln>
        </p:spPr>
      </p:pic>
      <p:sp>
        <p:nvSpPr>
          <p:cNvPr id="180" name="Google Shape;180;p158"/>
          <p:cNvSpPr txBox="1">
            <a:spLocks noGrp="1"/>
          </p:cNvSpPr>
          <p:nvPr>
            <p:ph type="title"/>
          </p:nvPr>
        </p:nvSpPr>
        <p:spPr>
          <a:xfrm>
            <a:off x="-10160" y="229878"/>
            <a:ext cx="16276320" cy="687244"/>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3F3F3F"/>
              </a:buClr>
              <a:buSzPts val="4400"/>
              <a:buFont typeface="Arial"/>
              <a:buNone/>
              <a:defRPr sz="2800" b="1">
                <a:solidFill>
                  <a:srgbClr val="3F3F3F"/>
                </a:solidFill>
                <a:latin typeface="Open Sans"/>
                <a:ea typeface="Open Sans"/>
                <a:cs typeface="Open Sans"/>
                <a:sym typeface="Open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1" name="Google Shape;181;p158"/>
          <p:cNvSpPr txBox="1">
            <a:spLocks noGrp="1"/>
          </p:cNvSpPr>
          <p:nvPr>
            <p:ph type="body" idx="1"/>
          </p:nvPr>
        </p:nvSpPr>
        <p:spPr>
          <a:xfrm>
            <a:off x="4845052" y="1364776"/>
            <a:ext cx="10303962" cy="6823881"/>
          </a:xfrm>
          <a:prstGeom prst="rect">
            <a:avLst/>
          </a:prstGeom>
          <a:noFill/>
          <a:ln>
            <a:noFill/>
          </a:ln>
        </p:spPr>
        <p:txBody>
          <a:bodyPr spcFirstLastPara="1" wrap="square" lIns="91425" tIns="45700" rIns="91425" bIns="45700" anchor="t" anchorCtr="0">
            <a:normAutofit/>
          </a:bodyPr>
          <a:lstStyle>
            <a:lvl1pPr marL="457200" lvl="0" indent="-228600" algn="l">
              <a:lnSpc>
                <a:spcPct val="114000"/>
              </a:lnSpc>
              <a:spcBef>
                <a:spcPts val="0"/>
              </a:spcBef>
              <a:spcAft>
                <a:spcPts val="0"/>
              </a:spcAft>
              <a:buClr>
                <a:srgbClr val="404040"/>
              </a:buClr>
              <a:buSzPts val="2200"/>
              <a:buFont typeface="Arial"/>
              <a:buNone/>
              <a:defRPr sz="2200">
                <a:solidFill>
                  <a:srgbClr val="404040"/>
                </a:solidFill>
                <a:latin typeface="Open Sans"/>
                <a:ea typeface="Open Sans"/>
                <a:cs typeface="Open Sans"/>
                <a:sym typeface="Open Sans"/>
              </a:defRPr>
            </a:lvl1pPr>
            <a:lvl2pPr marL="914400" lvl="1" indent="-228600" algn="l">
              <a:lnSpc>
                <a:spcPct val="114000"/>
              </a:lnSpc>
              <a:spcBef>
                <a:spcPts val="1000"/>
              </a:spcBef>
              <a:spcAft>
                <a:spcPts val="0"/>
              </a:spcAft>
              <a:buClr>
                <a:srgbClr val="404040"/>
              </a:buClr>
              <a:buSzPts val="2200"/>
              <a:buFont typeface="Open Sans"/>
              <a:buNone/>
              <a:defRPr sz="2200">
                <a:solidFill>
                  <a:srgbClr val="404040"/>
                </a:solidFill>
                <a:latin typeface="Open Sans"/>
                <a:ea typeface="Open Sans"/>
                <a:cs typeface="Open Sans"/>
                <a:sym typeface="Open Sans"/>
              </a:defRPr>
            </a:lvl2pPr>
            <a:lvl3pPr marL="1371600" lvl="2" indent="-228600" algn="l">
              <a:lnSpc>
                <a:spcPct val="114000"/>
              </a:lnSpc>
              <a:spcBef>
                <a:spcPts val="1000"/>
              </a:spcBef>
              <a:spcAft>
                <a:spcPts val="0"/>
              </a:spcAft>
              <a:buClr>
                <a:srgbClr val="404040"/>
              </a:buClr>
              <a:buSzPts val="2200"/>
              <a:buFont typeface="Open Sans"/>
              <a:buNone/>
              <a:defRPr sz="2200">
                <a:solidFill>
                  <a:srgbClr val="404040"/>
                </a:solidFill>
                <a:latin typeface="Open Sans"/>
                <a:ea typeface="Open Sans"/>
                <a:cs typeface="Open Sans"/>
                <a:sym typeface="Open Sans"/>
              </a:defRPr>
            </a:lvl3pPr>
            <a:lvl4pPr marL="1828800" lvl="3" indent="-228600" algn="l">
              <a:lnSpc>
                <a:spcPct val="114000"/>
              </a:lnSpc>
              <a:spcBef>
                <a:spcPts val="1000"/>
              </a:spcBef>
              <a:spcAft>
                <a:spcPts val="0"/>
              </a:spcAft>
              <a:buClr>
                <a:srgbClr val="404040"/>
              </a:buClr>
              <a:buSzPts val="2200"/>
              <a:buFont typeface="Open Sans"/>
              <a:buNone/>
              <a:defRPr sz="2200">
                <a:solidFill>
                  <a:srgbClr val="404040"/>
                </a:solidFill>
                <a:latin typeface="Open Sans"/>
                <a:ea typeface="Open Sans"/>
                <a:cs typeface="Open Sans"/>
                <a:sym typeface="Open Sans"/>
              </a:defRPr>
            </a:lvl4pPr>
            <a:lvl5pPr marL="2286000" lvl="4" indent="-228600" algn="l">
              <a:lnSpc>
                <a:spcPct val="114000"/>
              </a:lnSpc>
              <a:spcBef>
                <a:spcPts val="1000"/>
              </a:spcBef>
              <a:spcAft>
                <a:spcPts val="0"/>
              </a:spcAft>
              <a:buClr>
                <a:srgbClr val="404040"/>
              </a:buClr>
              <a:buSzPts val="2200"/>
              <a:buFont typeface="Open Sans"/>
              <a:buNone/>
              <a:defRPr sz="2200">
                <a:solidFill>
                  <a:srgbClr val="404040"/>
                </a:solidFill>
                <a:latin typeface="Open Sans"/>
                <a:ea typeface="Open Sans"/>
                <a:cs typeface="Open Sans"/>
                <a:sym typeface="Open Sans"/>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Before the Next Class">
  <p:cSld name="Before the Next Class">
    <p:spTree>
      <p:nvGrpSpPr>
        <p:cNvPr id="1" name="Shape 182"/>
        <p:cNvGrpSpPr/>
        <p:nvPr/>
      </p:nvGrpSpPr>
      <p:grpSpPr>
        <a:xfrm>
          <a:off x="0" y="0"/>
          <a:ext cx="0" cy="0"/>
          <a:chOff x="0" y="0"/>
          <a:chExt cx="0" cy="0"/>
        </a:xfrm>
      </p:grpSpPr>
      <p:pic>
        <p:nvPicPr>
          <p:cNvPr id="183" name="Google Shape;183;p159"/>
          <p:cNvPicPr preferRelativeResize="0"/>
          <p:nvPr/>
        </p:nvPicPr>
        <p:blipFill rotWithShape="1">
          <a:blip r:embed="rId2">
            <a:alphaModFix/>
          </a:blip>
          <a:srcRect/>
          <a:stretch/>
        </p:blipFill>
        <p:spPr>
          <a:xfrm>
            <a:off x="0" y="0"/>
            <a:ext cx="16255999" cy="9143999"/>
          </a:xfrm>
          <a:prstGeom prst="rect">
            <a:avLst/>
          </a:prstGeom>
          <a:noFill/>
          <a:ln>
            <a:noFill/>
          </a:ln>
        </p:spPr>
      </p:pic>
      <p:sp>
        <p:nvSpPr>
          <p:cNvPr id="184" name="Google Shape;184;p159"/>
          <p:cNvSpPr/>
          <p:nvPr/>
        </p:nvSpPr>
        <p:spPr>
          <a:xfrm>
            <a:off x="2464058" y="762715"/>
            <a:ext cx="4819925" cy="430887"/>
          </a:xfrm>
          <a:prstGeom prst="rect">
            <a:avLst/>
          </a:prstGeom>
          <a:noFill/>
          <a:ln>
            <a:noFill/>
          </a:ln>
        </p:spPr>
        <p:txBody>
          <a:bodyPr spcFirstLastPara="1" wrap="square" lIns="91425" tIns="0" rIns="91425" bIns="0" anchor="t" anchorCtr="0">
            <a:spAutoFit/>
          </a:bodyPr>
          <a:lstStyle/>
          <a:p>
            <a:pPr marL="0" marR="0" lvl="0" indent="0" algn="ctr" rtl="0">
              <a:spcBef>
                <a:spcPts val="0"/>
              </a:spcBef>
              <a:spcAft>
                <a:spcPts val="0"/>
              </a:spcAft>
              <a:buClr>
                <a:srgbClr val="404040"/>
              </a:buClr>
              <a:buSzPts val="2800"/>
              <a:buFont typeface="Open Sans"/>
              <a:buNone/>
            </a:pPr>
            <a:r>
              <a:rPr lang="en-US" sz="2800" b="1">
                <a:solidFill>
                  <a:srgbClr val="404040"/>
                </a:solidFill>
                <a:latin typeface="Open Sans"/>
                <a:ea typeface="Open Sans"/>
                <a:cs typeface="Open Sans"/>
                <a:sym typeface="Open Sans"/>
              </a:rPr>
              <a:t>Before the Next Class</a:t>
            </a:r>
            <a:endParaRPr sz="2800" b="1">
              <a:solidFill>
                <a:srgbClr val="404040"/>
              </a:solidFill>
              <a:latin typeface="Open Sans"/>
              <a:ea typeface="Open Sans"/>
              <a:cs typeface="Open Sans"/>
              <a:sym typeface="Open Sans"/>
            </a:endParaRPr>
          </a:p>
        </p:txBody>
      </p:sp>
      <p:sp>
        <p:nvSpPr>
          <p:cNvPr id="185" name="Google Shape;185;p159"/>
          <p:cNvSpPr txBox="1">
            <a:spLocks noGrp="1"/>
          </p:cNvSpPr>
          <p:nvPr>
            <p:ph type="body" idx="1"/>
          </p:nvPr>
        </p:nvSpPr>
        <p:spPr>
          <a:xfrm>
            <a:off x="655084" y="1364776"/>
            <a:ext cx="8439490" cy="6823881"/>
          </a:xfrm>
          <a:prstGeom prst="rect">
            <a:avLst/>
          </a:prstGeom>
          <a:noFill/>
          <a:ln>
            <a:noFill/>
          </a:ln>
        </p:spPr>
        <p:txBody>
          <a:bodyPr spcFirstLastPara="1" wrap="square" lIns="91425" tIns="45700" rIns="91425" bIns="45700" anchor="t" anchorCtr="0">
            <a:normAutofit/>
          </a:bodyPr>
          <a:lstStyle>
            <a:lvl1pPr marL="457200" lvl="0" indent="-228600" algn="l">
              <a:lnSpc>
                <a:spcPct val="114000"/>
              </a:lnSpc>
              <a:spcBef>
                <a:spcPts val="0"/>
              </a:spcBef>
              <a:spcAft>
                <a:spcPts val="0"/>
              </a:spcAft>
              <a:buClr>
                <a:srgbClr val="404040"/>
              </a:buClr>
              <a:buSzPts val="2200"/>
              <a:buFont typeface="Arial"/>
              <a:buNone/>
              <a:defRPr sz="2200">
                <a:solidFill>
                  <a:srgbClr val="404040"/>
                </a:solidFill>
                <a:latin typeface="Open Sans"/>
                <a:ea typeface="Open Sans"/>
                <a:cs typeface="Open Sans"/>
                <a:sym typeface="Open Sans"/>
              </a:defRPr>
            </a:lvl1pPr>
            <a:lvl2pPr marL="914400" lvl="1" indent="-228600" algn="l">
              <a:lnSpc>
                <a:spcPct val="114000"/>
              </a:lnSpc>
              <a:spcBef>
                <a:spcPts val="1000"/>
              </a:spcBef>
              <a:spcAft>
                <a:spcPts val="0"/>
              </a:spcAft>
              <a:buClr>
                <a:srgbClr val="404040"/>
              </a:buClr>
              <a:buSzPts val="2200"/>
              <a:buFont typeface="Open Sans"/>
              <a:buNone/>
              <a:defRPr sz="2200">
                <a:solidFill>
                  <a:srgbClr val="404040"/>
                </a:solidFill>
                <a:latin typeface="Open Sans"/>
                <a:ea typeface="Open Sans"/>
                <a:cs typeface="Open Sans"/>
                <a:sym typeface="Open Sans"/>
              </a:defRPr>
            </a:lvl2pPr>
            <a:lvl3pPr marL="1371600" lvl="2" indent="-228600" algn="l">
              <a:lnSpc>
                <a:spcPct val="114000"/>
              </a:lnSpc>
              <a:spcBef>
                <a:spcPts val="1000"/>
              </a:spcBef>
              <a:spcAft>
                <a:spcPts val="0"/>
              </a:spcAft>
              <a:buClr>
                <a:srgbClr val="404040"/>
              </a:buClr>
              <a:buSzPts val="2200"/>
              <a:buFont typeface="Open Sans"/>
              <a:buNone/>
              <a:defRPr sz="2200">
                <a:solidFill>
                  <a:srgbClr val="404040"/>
                </a:solidFill>
                <a:latin typeface="Open Sans"/>
                <a:ea typeface="Open Sans"/>
                <a:cs typeface="Open Sans"/>
                <a:sym typeface="Open Sans"/>
              </a:defRPr>
            </a:lvl3pPr>
            <a:lvl4pPr marL="1828800" lvl="3" indent="-228600" algn="l">
              <a:lnSpc>
                <a:spcPct val="114000"/>
              </a:lnSpc>
              <a:spcBef>
                <a:spcPts val="1000"/>
              </a:spcBef>
              <a:spcAft>
                <a:spcPts val="0"/>
              </a:spcAft>
              <a:buClr>
                <a:srgbClr val="404040"/>
              </a:buClr>
              <a:buSzPts val="2200"/>
              <a:buFont typeface="Open Sans"/>
              <a:buNone/>
              <a:defRPr sz="2200">
                <a:solidFill>
                  <a:srgbClr val="404040"/>
                </a:solidFill>
                <a:latin typeface="Open Sans"/>
                <a:ea typeface="Open Sans"/>
                <a:cs typeface="Open Sans"/>
                <a:sym typeface="Open Sans"/>
              </a:defRPr>
            </a:lvl4pPr>
            <a:lvl5pPr marL="2286000" lvl="4" indent="-228600" algn="l">
              <a:lnSpc>
                <a:spcPct val="114000"/>
              </a:lnSpc>
              <a:spcBef>
                <a:spcPts val="1000"/>
              </a:spcBef>
              <a:spcAft>
                <a:spcPts val="0"/>
              </a:spcAft>
              <a:buClr>
                <a:srgbClr val="404040"/>
              </a:buClr>
              <a:buSzPts val="2200"/>
              <a:buFont typeface="Open Sans"/>
              <a:buNone/>
              <a:defRPr sz="2200">
                <a:solidFill>
                  <a:srgbClr val="404040"/>
                </a:solidFill>
                <a:latin typeface="Open Sans"/>
                <a:ea typeface="Open Sans"/>
                <a:cs typeface="Open Sans"/>
                <a:sym typeface="Open Sans"/>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What Next?">
  <p:cSld name="What Next?">
    <p:spTree>
      <p:nvGrpSpPr>
        <p:cNvPr id="1" name="Shape 186"/>
        <p:cNvGrpSpPr/>
        <p:nvPr/>
      </p:nvGrpSpPr>
      <p:grpSpPr>
        <a:xfrm>
          <a:off x="0" y="0"/>
          <a:ext cx="0" cy="0"/>
          <a:chOff x="0" y="0"/>
          <a:chExt cx="0" cy="0"/>
        </a:xfrm>
      </p:grpSpPr>
      <p:pic>
        <p:nvPicPr>
          <p:cNvPr id="187" name="Google Shape;187;p160"/>
          <p:cNvPicPr preferRelativeResize="0"/>
          <p:nvPr/>
        </p:nvPicPr>
        <p:blipFill rotWithShape="1">
          <a:blip r:embed="rId2">
            <a:alphaModFix/>
          </a:blip>
          <a:srcRect/>
          <a:stretch/>
        </p:blipFill>
        <p:spPr>
          <a:xfrm>
            <a:off x="0" y="0"/>
            <a:ext cx="16255999" cy="9143999"/>
          </a:xfrm>
          <a:prstGeom prst="rect">
            <a:avLst/>
          </a:prstGeom>
          <a:noFill/>
          <a:ln>
            <a:noFill/>
          </a:ln>
        </p:spPr>
      </p:pic>
      <p:sp>
        <p:nvSpPr>
          <p:cNvPr id="188" name="Google Shape;188;p160"/>
          <p:cNvSpPr/>
          <p:nvPr/>
        </p:nvSpPr>
        <p:spPr>
          <a:xfrm>
            <a:off x="2464058" y="762715"/>
            <a:ext cx="4819925" cy="430887"/>
          </a:xfrm>
          <a:prstGeom prst="rect">
            <a:avLst/>
          </a:prstGeom>
          <a:noFill/>
          <a:ln>
            <a:noFill/>
          </a:ln>
        </p:spPr>
        <p:txBody>
          <a:bodyPr spcFirstLastPara="1" wrap="square" lIns="91425" tIns="0" rIns="91425" bIns="0" anchor="t" anchorCtr="0">
            <a:spAutoFit/>
          </a:bodyPr>
          <a:lstStyle/>
          <a:p>
            <a:pPr marL="0" marR="0" lvl="0" indent="0" algn="ctr" rtl="0">
              <a:spcBef>
                <a:spcPts val="0"/>
              </a:spcBef>
              <a:spcAft>
                <a:spcPts val="0"/>
              </a:spcAft>
              <a:buClr>
                <a:srgbClr val="404040"/>
              </a:buClr>
              <a:buSzPts val="2800"/>
              <a:buFont typeface="Open Sans"/>
              <a:buNone/>
            </a:pPr>
            <a:r>
              <a:rPr lang="en-US" sz="2800" b="1">
                <a:solidFill>
                  <a:srgbClr val="404040"/>
                </a:solidFill>
                <a:latin typeface="Open Sans"/>
                <a:ea typeface="Open Sans"/>
                <a:cs typeface="Open Sans"/>
                <a:sym typeface="Open Sans"/>
              </a:rPr>
              <a:t>What’s Next?</a:t>
            </a:r>
            <a:endParaRPr sz="2800" b="1">
              <a:solidFill>
                <a:srgbClr val="404040"/>
              </a:solidFill>
              <a:latin typeface="Open Sans"/>
              <a:ea typeface="Open Sans"/>
              <a:cs typeface="Open Sans"/>
              <a:sym typeface="Open Sans"/>
            </a:endParaRPr>
          </a:p>
        </p:txBody>
      </p:sp>
      <p:sp>
        <p:nvSpPr>
          <p:cNvPr id="189" name="Google Shape;189;p160"/>
          <p:cNvSpPr txBox="1">
            <a:spLocks noGrp="1"/>
          </p:cNvSpPr>
          <p:nvPr>
            <p:ph type="body" idx="1"/>
          </p:nvPr>
        </p:nvSpPr>
        <p:spPr>
          <a:xfrm>
            <a:off x="655084" y="1364776"/>
            <a:ext cx="8439490" cy="6823881"/>
          </a:xfrm>
          <a:prstGeom prst="rect">
            <a:avLst/>
          </a:prstGeom>
          <a:noFill/>
          <a:ln>
            <a:noFill/>
          </a:ln>
        </p:spPr>
        <p:txBody>
          <a:bodyPr spcFirstLastPara="1" wrap="square" lIns="91425" tIns="45700" rIns="91425" bIns="45700" anchor="t" anchorCtr="0">
            <a:normAutofit/>
          </a:bodyPr>
          <a:lstStyle>
            <a:lvl1pPr marL="457200" lvl="0" indent="-228600" algn="l">
              <a:lnSpc>
                <a:spcPct val="114000"/>
              </a:lnSpc>
              <a:spcBef>
                <a:spcPts val="0"/>
              </a:spcBef>
              <a:spcAft>
                <a:spcPts val="0"/>
              </a:spcAft>
              <a:buClr>
                <a:srgbClr val="404040"/>
              </a:buClr>
              <a:buSzPts val="2200"/>
              <a:buFont typeface="Arial"/>
              <a:buNone/>
              <a:defRPr sz="2200">
                <a:solidFill>
                  <a:srgbClr val="404040"/>
                </a:solidFill>
                <a:latin typeface="Open Sans"/>
                <a:ea typeface="Open Sans"/>
                <a:cs typeface="Open Sans"/>
                <a:sym typeface="Open Sans"/>
              </a:defRPr>
            </a:lvl1pPr>
            <a:lvl2pPr marL="914400" lvl="1" indent="-228600" algn="l">
              <a:lnSpc>
                <a:spcPct val="114000"/>
              </a:lnSpc>
              <a:spcBef>
                <a:spcPts val="1000"/>
              </a:spcBef>
              <a:spcAft>
                <a:spcPts val="0"/>
              </a:spcAft>
              <a:buClr>
                <a:srgbClr val="404040"/>
              </a:buClr>
              <a:buSzPts val="2200"/>
              <a:buFont typeface="Open Sans"/>
              <a:buNone/>
              <a:defRPr sz="2200">
                <a:solidFill>
                  <a:srgbClr val="404040"/>
                </a:solidFill>
                <a:latin typeface="Open Sans"/>
                <a:ea typeface="Open Sans"/>
                <a:cs typeface="Open Sans"/>
                <a:sym typeface="Open Sans"/>
              </a:defRPr>
            </a:lvl2pPr>
            <a:lvl3pPr marL="1371600" lvl="2" indent="-228600" algn="l">
              <a:lnSpc>
                <a:spcPct val="114000"/>
              </a:lnSpc>
              <a:spcBef>
                <a:spcPts val="1000"/>
              </a:spcBef>
              <a:spcAft>
                <a:spcPts val="0"/>
              </a:spcAft>
              <a:buClr>
                <a:srgbClr val="404040"/>
              </a:buClr>
              <a:buSzPts val="2200"/>
              <a:buFont typeface="Open Sans"/>
              <a:buNone/>
              <a:defRPr sz="2200">
                <a:solidFill>
                  <a:srgbClr val="404040"/>
                </a:solidFill>
                <a:latin typeface="Open Sans"/>
                <a:ea typeface="Open Sans"/>
                <a:cs typeface="Open Sans"/>
                <a:sym typeface="Open Sans"/>
              </a:defRPr>
            </a:lvl3pPr>
            <a:lvl4pPr marL="1828800" lvl="3" indent="-228600" algn="l">
              <a:lnSpc>
                <a:spcPct val="114000"/>
              </a:lnSpc>
              <a:spcBef>
                <a:spcPts val="1000"/>
              </a:spcBef>
              <a:spcAft>
                <a:spcPts val="0"/>
              </a:spcAft>
              <a:buClr>
                <a:srgbClr val="404040"/>
              </a:buClr>
              <a:buSzPts val="2200"/>
              <a:buFont typeface="Open Sans"/>
              <a:buNone/>
              <a:defRPr sz="2200">
                <a:solidFill>
                  <a:srgbClr val="404040"/>
                </a:solidFill>
                <a:latin typeface="Open Sans"/>
                <a:ea typeface="Open Sans"/>
                <a:cs typeface="Open Sans"/>
                <a:sym typeface="Open Sans"/>
              </a:defRPr>
            </a:lvl4pPr>
            <a:lvl5pPr marL="2286000" lvl="4" indent="-228600" algn="l">
              <a:lnSpc>
                <a:spcPct val="114000"/>
              </a:lnSpc>
              <a:spcBef>
                <a:spcPts val="1000"/>
              </a:spcBef>
              <a:spcAft>
                <a:spcPts val="0"/>
              </a:spcAft>
              <a:buClr>
                <a:srgbClr val="404040"/>
              </a:buClr>
              <a:buSzPts val="2200"/>
              <a:buFont typeface="Open Sans"/>
              <a:buNone/>
              <a:defRPr sz="2200">
                <a:solidFill>
                  <a:srgbClr val="404040"/>
                </a:solidFill>
                <a:latin typeface="Open Sans"/>
                <a:ea typeface="Open Sans"/>
                <a:cs typeface="Open Sans"/>
                <a:sym typeface="Open Sans"/>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Bullets_for_whatnext_nextclass">
  <p:cSld name="Bullets_for_whatnext_nextclass">
    <p:spTree>
      <p:nvGrpSpPr>
        <p:cNvPr id="1" name="Shape 190"/>
        <p:cNvGrpSpPr/>
        <p:nvPr/>
      </p:nvGrpSpPr>
      <p:grpSpPr>
        <a:xfrm>
          <a:off x="0" y="0"/>
          <a:ext cx="0" cy="0"/>
          <a:chOff x="0" y="0"/>
          <a:chExt cx="0" cy="0"/>
        </a:xfrm>
      </p:grpSpPr>
      <p:sp>
        <p:nvSpPr>
          <p:cNvPr id="191" name="Google Shape;191;p161"/>
          <p:cNvSpPr txBox="1">
            <a:spLocks noGrp="1"/>
          </p:cNvSpPr>
          <p:nvPr>
            <p:ph type="body" idx="1"/>
          </p:nvPr>
        </p:nvSpPr>
        <p:spPr>
          <a:xfrm>
            <a:off x="670649" y="1377162"/>
            <a:ext cx="8439490" cy="6815160"/>
          </a:xfrm>
          <a:prstGeom prst="rect">
            <a:avLst/>
          </a:prstGeom>
          <a:noFill/>
          <a:ln>
            <a:noFill/>
          </a:ln>
        </p:spPr>
        <p:txBody>
          <a:bodyPr spcFirstLastPara="1" wrap="square" lIns="91425" tIns="45700" rIns="91425" bIns="45700" anchor="t" anchorCtr="0">
            <a:normAutofit/>
          </a:bodyPr>
          <a:lstStyle>
            <a:lvl1pPr marL="457200" lvl="0" indent="-228600" algn="l">
              <a:lnSpc>
                <a:spcPct val="114000"/>
              </a:lnSpc>
              <a:spcBef>
                <a:spcPts val="1000"/>
              </a:spcBef>
              <a:spcAft>
                <a:spcPts val="0"/>
              </a:spcAft>
              <a:buClr>
                <a:srgbClr val="3F3F3F"/>
              </a:buClr>
              <a:buSzPts val="2200"/>
              <a:buNone/>
              <a:defRPr/>
            </a:lvl1pPr>
            <a:lvl2pPr marL="914400" lvl="1" indent="-342900" algn="l">
              <a:lnSpc>
                <a:spcPct val="114000"/>
              </a:lnSpc>
              <a:spcBef>
                <a:spcPts val="500"/>
              </a:spcBef>
              <a:spcAft>
                <a:spcPts val="0"/>
              </a:spcAft>
              <a:buClr>
                <a:srgbClr val="3F3F3F"/>
              </a:buClr>
              <a:buSzPts val="1800"/>
              <a:buChar char="•"/>
              <a:defRPr/>
            </a:lvl2pPr>
            <a:lvl3pPr marL="1371600" lvl="2" indent="-368300" algn="l">
              <a:lnSpc>
                <a:spcPct val="114000"/>
              </a:lnSpc>
              <a:spcBef>
                <a:spcPts val="500"/>
              </a:spcBef>
              <a:spcAft>
                <a:spcPts val="0"/>
              </a:spcAft>
              <a:buClr>
                <a:srgbClr val="3F3F3F"/>
              </a:buClr>
              <a:buSzPts val="2200"/>
              <a:buFont typeface="Courier New"/>
              <a:buChar char="o"/>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0"/>
          <p:cNvSpPr txBox="1">
            <a:spLocks noGrp="1"/>
          </p:cNvSpPr>
          <p:nvPr>
            <p:ph type="title"/>
          </p:nvPr>
        </p:nvSpPr>
        <p:spPr>
          <a:xfrm>
            <a:off x="1117600" y="487363"/>
            <a:ext cx="14020800" cy="1766887"/>
          </a:xfrm>
          <a:prstGeom prst="rect">
            <a:avLst/>
          </a:prstGeom>
          <a:noFill/>
          <a:ln>
            <a:noFill/>
          </a:ln>
        </p:spPr>
        <p:txBody>
          <a:bodyPr spcFirstLastPara="1" wrap="square" lIns="91425" tIns="45700" rIns="91425" bIns="45700" anchor="ctr" anchorCtr="0">
            <a:normAutofit/>
          </a:bodyPr>
          <a:lstStyle>
            <a:lvl1pPr marR="0" lvl="0" algn="l" rtl="0">
              <a:lnSpc>
                <a:spcPct val="114000"/>
              </a:lnSpc>
              <a:spcBef>
                <a:spcPts val="0"/>
              </a:spcBef>
              <a:spcAft>
                <a:spcPts val="0"/>
              </a:spcAft>
              <a:buClr>
                <a:srgbClr val="3F3F3F"/>
              </a:buClr>
              <a:buSzPts val="2200"/>
              <a:buFont typeface="Open Sans"/>
              <a:buNone/>
              <a:defRPr sz="2200" b="0" i="0" u="none" strike="noStrike" cap="none">
                <a:solidFill>
                  <a:srgbClr val="3F3F3F"/>
                </a:solidFill>
                <a:latin typeface="Open Sans"/>
                <a:ea typeface="Open Sans"/>
                <a:cs typeface="Open Sans"/>
                <a:sym typeface="Open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30"/>
          <p:cNvSpPr txBox="1">
            <a:spLocks noGrp="1"/>
          </p:cNvSpPr>
          <p:nvPr>
            <p:ph type="body" idx="1"/>
          </p:nvPr>
        </p:nvSpPr>
        <p:spPr>
          <a:xfrm>
            <a:off x="1117600" y="2433638"/>
            <a:ext cx="14020800" cy="5802312"/>
          </a:xfrm>
          <a:prstGeom prst="rect">
            <a:avLst/>
          </a:prstGeom>
          <a:noFill/>
          <a:ln>
            <a:noFill/>
          </a:ln>
        </p:spPr>
        <p:txBody>
          <a:bodyPr spcFirstLastPara="1" wrap="square" lIns="91425" tIns="45700" rIns="91425" bIns="45700" anchor="t" anchorCtr="0">
            <a:normAutofit/>
          </a:bodyPr>
          <a:lstStyle>
            <a:lvl1pPr marL="457200" marR="0" lvl="0" indent="-368300" algn="l" rtl="0">
              <a:lnSpc>
                <a:spcPct val="114000"/>
              </a:lnSpc>
              <a:spcBef>
                <a:spcPts val="1000"/>
              </a:spcBef>
              <a:spcAft>
                <a:spcPts val="0"/>
              </a:spcAft>
              <a:buClr>
                <a:srgbClr val="3F3F3F"/>
              </a:buClr>
              <a:buSzPts val="2200"/>
              <a:buFont typeface="Arial"/>
              <a:buChar char="•"/>
              <a:defRPr sz="2200" b="0" i="0" u="none" strike="noStrike" cap="none">
                <a:solidFill>
                  <a:srgbClr val="3F3F3F"/>
                </a:solidFill>
                <a:latin typeface="Open Sans"/>
                <a:ea typeface="Open Sans"/>
                <a:cs typeface="Open Sans"/>
                <a:sym typeface="Open Sans"/>
              </a:defRPr>
            </a:lvl1pPr>
            <a:lvl2pPr marL="914400" marR="0" lvl="1" indent="-368300" algn="l" rtl="0">
              <a:lnSpc>
                <a:spcPct val="114000"/>
              </a:lnSpc>
              <a:spcBef>
                <a:spcPts val="500"/>
              </a:spcBef>
              <a:spcAft>
                <a:spcPts val="0"/>
              </a:spcAft>
              <a:buClr>
                <a:srgbClr val="3F3F3F"/>
              </a:buClr>
              <a:buSzPts val="2200"/>
              <a:buFont typeface="Arial"/>
              <a:buChar char="•"/>
              <a:defRPr sz="2200" b="0" i="0" u="none" strike="noStrike" cap="none">
                <a:solidFill>
                  <a:srgbClr val="3F3F3F"/>
                </a:solidFill>
                <a:latin typeface="Open Sans"/>
                <a:ea typeface="Open Sans"/>
                <a:cs typeface="Open Sans"/>
                <a:sym typeface="Open Sans"/>
              </a:defRPr>
            </a:lvl2pPr>
            <a:lvl3pPr marL="1371600" marR="0" lvl="2" indent="-368300" algn="l" rtl="0">
              <a:lnSpc>
                <a:spcPct val="114000"/>
              </a:lnSpc>
              <a:spcBef>
                <a:spcPts val="500"/>
              </a:spcBef>
              <a:spcAft>
                <a:spcPts val="0"/>
              </a:spcAft>
              <a:buClr>
                <a:srgbClr val="3F3F3F"/>
              </a:buClr>
              <a:buSzPts val="2200"/>
              <a:buFont typeface="Arial"/>
              <a:buChar char="•"/>
              <a:defRPr sz="2200" b="0" i="0" u="none" strike="noStrike" cap="none">
                <a:solidFill>
                  <a:srgbClr val="3F3F3F"/>
                </a:solidFill>
                <a:latin typeface="Open Sans"/>
                <a:ea typeface="Open Sans"/>
                <a:cs typeface="Open Sans"/>
                <a:sym typeface="Open Sans"/>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576">
          <p15:clr>
            <a:srgbClr val="5ACBF0"/>
          </p15:clr>
        </p15:guide>
        <p15:guide id="2" pos="5120">
          <p15:clr>
            <a:srgbClr val="000000"/>
          </p15:clr>
        </p15:guide>
        <p15:guide id="3" orient="horz" pos="2880">
          <p15:clr>
            <a:srgbClr val="000000"/>
          </p15:clr>
        </p15:guide>
        <p15:guide id="4" orient="horz" pos="5184">
          <p15:clr>
            <a:srgbClr val="5ACBF0"/>
          </p15:clr>
        </p15:guide>
        <p15:guide id="5" pos="1016">
          <p15:clr>
            <a:srgbClr val="5ACBF0"/>
          </p15:clr>
        </p15:guide>
        <p15:guide id="6" pos="512">
          <p15:clr>
            <a:srgbClr val="F26B43"/>
          </p15:clr>
        </p15:guide>
        <p15:guide id="7" pos="9224">
          <p15:clr>
            <a:srgbClr val="5ACBF0"/>
          </p15:clr>
        </p15:guide>
        <p15:guide id="8" pos="9728">
          <p15:clr>
            <a:srgbClr val="F26B43"/>
          </p15:clr>
        </p15:guide>
        <p15:guide id="9" orient="horz" pos="288">
          <p15:clr>
            <a:srgbClr val="F26B43"/>
          </p15:clr>
        </p15:guide>
        <p15:guide id="10" orient="horz" pos="5472">
          <p15:clr>
            <a:srgbClr val="F26B43"/>
          </p15:clr>
        </p15:guide>
        <p15:guide id="11" pos="8576">
          <p15:clr>
            <a:srgbClr val="5ACBF0"/>
          </p15:clr>
        </p15:guide>
        <p15:guide id="12" pos="8192">
          <p15:clr>
            <a:srgbClr val="5ACBF0"/>
          </p15:clr>
        </p15:guide>
        <p15:guide id="13" pos="1664">
          <p15:clr>
            <a:srgbClr val="5ACBF0"/>
          </p15:clr>
        </p15:guide>
        <p15:guide id="14" pos="2048">
          <p15:clr>
            <a:srgbClr val="5ACBF0"/>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123"/>
          <p:cNvSpPr txBox="1">
            <a:spLocks noGrp="1"/>
          </p:cNvSpPr>
          <p:nvPr>
            <p:ph type="body" idx="1"/>
          </p:nvPr>
        </p:nvSpPr>
        <p:spPr>
          <a:xfrm>
            <a:off x="2330450" y="2698180"/>
            <a:ext cx="11250600" cy="836700"/>
          </a:xfrm>
          <a:prstGeom prst="rect">
            <a:avLst/>
          </a:prstGeom>
          <a:noFill/>
          <a:ln>
            <a:noFill/>
          </a:ln>
        </p:spPr>
        <p:txBody>
          <a:bodyPr spcFirstLastPara="1" wrap="square" lIns="91425" tIns="45700" rIns="91425" bIns="45700" anchor="t" anchorCtr="0">
            <a:normAutofit/>
          </a:bodyPr>
          <a:lstStyle/>
          <a:p>
            <a:pPr marL="0" lvl="0" indent="0" algn="l" rtl="0">
              <a:lnSpc>
                <a:spcPct val="114000"/>
              </a:lnSpc>
              <a:spcBef>
                <a:spcPts val="0"/>
              </a:spcBef>
              <a:spcAft>
                <a:spcPts val="0"/>
              </a:spcAft>
              <a:buClr>
                <a:srgbClr val="3F3F3F"/>
              </a:buClr>
              <a:buSzPts val="2000"/>
              <a:buNone/>
            </a:pPr>
            <a:r>
              <a:rPr lang="en-US"/>
              <a:t>To classify data into distinct groups</a:t>
            </a:r>
            <a:endParaRPr/>
          </a:p>
        </p:txBody>
      </p:sp>
      <p:sp>
        <p:nvSpPr>
          <p:cNvPr id="201" name="Google Shape;201;p123"/>
          <p:cNvSpPr txBox="1">
            <a:spLocks noGrp="1"/>
          </p:cNvSpPr>
          <p:nvPr>
            <p:ph type="body" idx="2"/>
          </p:nvPr>
        </p:nvSpPr>
        <p:spPr>
          <a:xfrm>
            <a:off x="2334566" y="3629064"/>
            <a:ext cx="11250600" cy="836700"/>
          </a:xfrm>
          <a:prstGeom prst="rect">
            <a:avLst/>
          </a:prstGeom>
          <a:noFill/>
          <a:ln>
            <a:noFill/>
          </a:ln>
        </p:spPr>
        <p:txBody>
          <a:bodyPr spcFirstLastPara="1" wrap="square" lIns="91425" tIns="45700" rIns="91425" bIns="45700" anchor="t" anchorCtr="0">
            <a:normAutofit/>
          </a:bodyPr>
          <a:lstStyle/>
          <a:p>
            <a:pPr marL="0" lvl="0" indent="0" algn="l" rtl="0">
              <a:lnSpc>
                <a:spcPct val="114000"/>
              </a:lnSpc>
              <a:spcBef>
                <a:spcPts val="0"/>
              </a:spcBef>
              <a:spcAft>
                <a:spcPts val="0"/>
              </a:spcAft>
              <a:buClr>
                <a:srgbClr val="3F3F3F"/>
              </a:buClr>
              <a:buSzPts val="2000"/>
              <a:buNone/>
            </a:pPr>
            <a:r>
              <a:rPr lang="en-US"/>
              <a:t>To identify anomalies in data sets</a:t>
            </a:r>
            <a:endParaRPr/>
          </a:p>
        </p:txBody>
      </p:sp>
      <p:sp>
        <p:nvSpPr>
          <p:cNvPr id="202" name="Google Shape;202;p123"/>
          <p:cNvSpPr txBox="1">
            <a:spLocks noGrp="1"/>
          </p:cNvSpPr>
          <p:nvPr>
            <p:ph type="body" idx="3"/>
          </p:nvPr>
        </p:nvSpPr>
        <p:spPr>
          <a:xfrm>
            <a:off x="2334566" y="4568181"/>
            <a:ext cx="11250600" cy="836700"/>
          </a:xfrm>
          <a:prstGeom prst="rect">
            <a:avLst/>
          </a:prstGeom>
          <a:noFill/>
          <a:ln>
            <a:noFill/>
          </a:ln>
        </p:spPr>
        <p:txBody>
          <a:bodyPr spcFirstLastPara="1" wrap="square" lIns="91425" tIns="45700" rIns="91425" bIns="45700" anchor="t" anchorCtr="0">
            <a:normAutofit/>
          </a:bodyPr>
          <a:lstStyle/>
          <a:p>
            <a:pPr marL="0" lvl="0" indent="0" algn="l" rtl="0">
              <a:lnSpc>
                <a:spcPct val="114000"/>
              </a:lnSpc>
              <a:spcBef>
                <a:spcPts val="0"/>
              </a:spcBef>
              <a:spcAft>
                <a:spcPts val="0"/>
              </a:spcAft>
              <a:buClr>
                <a:srgbClr val="3F3F3F"/>
              </a:buClr>
              <a:buSzPts val="2000"/>
              <a:buNone/>
            </a:pPr>
            <a:r>
              <a:rPr lang="en-US"/>
              <a:t>To reduce the dimensionality of input data</a:t>
            </a:r>
            <a:endParaRPr/>
          </a:p>
        </p:txBody>
      </p:sp>
      <p:sp>
        <p:nvSpPr>
          <p:cNvPr id="203" name="Google Shape;203;p123"/>
          <p:cNvSpPr txBox="1">
            <a:spLocks noGrp="1"/>
          </p:cNvSpPr>
          <p:nvPr>
            <p:ph type="body" idx="4"/>
          </p:nvPr>
        </p:nvSpPr>
        <p:spPr>
          <a:xfrm>
            <a:off x="2338682" y="5511422"/>
            <a:ext cx="11250600" cy="836700"/>
          </a:xfrm>
          <a:prstGeom prst="rect">
            <a:avLst/>
          </a:prstGeom>
          <a:noFill/>
          <a:ln>
            <a:noFill/>
          </a:ln>
        </p:spPr>
        <p:txBody>
          <a:bodyPr spcFirstLastPara="1" wrap="square" lIns="91425" tIns="45700" rIns="91425" bIns="45700" anchor="t" anchorCtr="0">
            <a:normAutofit/>
          </a:bodyPr>
          <a:lstStyle/>
          <a:p>
            <a:pPr marL="0" lvl="0" indent="0" algn="l" rtl="0">
              <a:lnSpc>
                <a:spcPct val="114000"/>
              </a:lnSpc>
              <a:spcBef>
                <a:spcPts val="0"/>
              </a:spcBef>
              <a:spcAft>
                <a:spcPts val="0"/>
              </a:spcAft>
              <a:buClr>
                <a:srgbClr val="3F3F3F"/>
              </a:buClr>
              <a:buSzPts val="2000"/>
              <a:buNone/>
            </a:pPr>
            <a:r>
              <a:rPr lang="en-US"/>
              <a:t>To create a tree-shaped structure known as a dendrogram</a:t>
            </a:r>
            <a:endParaRPr/>
          </a:p>
        </p:txBody>
      </p:sp>
      <p:sp>
        <p:nvSpPr>
          <p:cNvPr id="204" name="Google Shape;204;p123"/>
          <p:cNvSpPr txBox="1">
            <a:spLocks noGrp="1"/>
          </p:cNvSpPr>
          <p:nvPr>
            <p:ph type="body" idx="5"/>
          </p:nvPr>
        </p:nvSpPr>
        <p:spPr>
          <a:xfrm>
            <a:off x="2967015" y="578759"/>
            <a:ext cx="12401700" cy="1446900"/>
          </a:xfrm>
          <a:prstGeom prst="rect">
            <a:avLst/>
          </a:prstGeom>
          <a:noFill/>
          <a:ln>
            <a:noFill/>
          </a:ln>
        </p:spPr>
        <p:txBody>
          <a:bodyPr spcFirstLastPara="1" wrap="square" lIns="91425" tIns="45700" rIns="91425" bIns="45700" anchor="ctr" anchorCtr="0">
            <a:normAutofit/>
          </a:bodyPr>
          <a:lstStyle/>
          <a:p>
            <a:pPr marL="0" lvl="0" indent="0" algn="l" rtl="0">
              <a:lnSpc>
                <a:spcPct val="114000"/>
              </a:lnSpc>
              <a:spcBef>
                <a:spcPts val="0"/>
              </a:spcBef>
              <a:spcAft>
                <a:spcPts val="0"/>
              </a:spcAft>
              <a:buClr>
                <a:srgbClr val="3F3F3F"/>
              </a:buClr>
              <a:buSzPts val="2200"/>
              <a:buNone/>
            </a:pPr>
            <a:r>
              <a:rPr lang="en-US"/>
              <a:t>What is the goal of hierarchical clustering?</a:t>
            </a:r>
            <a:endParaRPr/>
          </a:p>
        </p:txBody>
      </p:sp>
      <p:sp>
        <p:nvSpPr>
          <p:cNvPr id="205" name="Google Shape;205;p123"/>
          <p:cNvSpPr txBox="1">
            <a:spLocks noGrp="1"/>
          </p:cNvSpPr>
          <p:nvPr>
            <p:ph type="body" idx="6"/>
          </p:nvPr>
        </p:nvSpPr>
        <p:spPr>
          <a:xfrm>
            <a:off x="1562390" y="1193800"/>
            <a:ext cx="1135200" cy="830400"/>
          </a:xfrm>
          <a:prstGeom prst="rect">
            <a:avLst/>
          </a:prstGeom>
          <a:noFill/>
          <a:ln>
            <a:noFill/>
          </a:ln>
        </p:spPr>
        <p:txBody>
          <a:bodyPr spcFirstLastPara="1" wrap="square" lIns="91425" tIns="45700" rIns="91425" bIns="45700" anchor="ctr" anchorCtr="0">
            <a:normAutofit/>
          </a:bodyPr>
          <a:lstStyle/>
          <a:p>
            <a:pPr marL="0" lvl="0" indent="0" algn="ctr" rtl="0">
              <a:lnSpc>
                <a:spcPct val="114000"/>
              </a:lnSpc>
              <a:spcBef>
                <a:spcPts val="0"/>
              </a:spcBef>
              <a:spcAft>
                <a:spcPts val="0"/>
              </a:spcAft>
              <a:buClr>
                <a:schemeClr val="lt1"/>
              </a:buClr>
              <a:buSzPts val="2200"/>
              <a:buNone/>
            </a:pPr>
            <a:r>
              <a:rPr lang="en-US"/>
              <a:t>1</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124"/>
          <p:cNvSpPr txBox="1">
            <a:spLocks noGrp="1"/>
          </p:cNvSpPr>
          <p:nvPr>
            <p:ph type="body" idx="1"/>
          </p:nvPr>
        </p:nvSpPr>
        <p:spPr>
          <a:xfrm>
            <a:off x="3251201" y="7277661"/>
            <a:ext cx="8834400" cy="584100"/>
          </a:xfrm>
          <a:prstGeom prst="rect">
            <a:avLst/>
          </a:prstGeom>
          <a:noFill/>
          <a:ln>
            <a:noFill/>
          </a:ln>
        </p:spPr>
        <p:txBody>
          <a:bodyPr spcFirstLastPara="1" wrap="square" lIns="91425" tIns="45700" rIns="91425" bIns="45700" anchor="ctr" anchorCtr="0">
            <a:normAutofit/>
          </a:bodyPr>
          <a:lstStyle/>
          <a:p>
            <a:pPr marL="0" lvl="0" indent="0" algn="l" rtl="0">
              <a:lnSpc>
                <a:spcPct val="114000"/>
              </a:lnSpc>
              <a:spcBef>
                <a:spcPts val="0"/>
              </a:spcBef>
              <a:spcAft>
                <a:spcPts val="0"/>
              </a:spcAft>
              <a:buClr>
                <a:srgbClr val="024F93"/>
              </a:buClr>
              <a:buSzPts val="2000"/>
              <a:buNone/>
            </a:pPr>
            <a:r>
              <a:rPr lang="en-US"/>
              <a:t>D</a:t>
            </a:r>
            <a:endParaRPr/>
          </a:p>
        </p:txBody>
      </p:sp>
      <p:sp>
        <p:nvSpPr>
          <p:cNvPr id="211" name="Google Shape;211;p124"/>
          <p:cNvSpPr txBox="1">
            <a:spLocks noGrp="1"/>
          </p:cNvSpPr>
          <p:nvPr>
            <p:ph type="body" idx="2"/>
          </p:nvPr>
        </p:nvSpPr>
        <p:spPr>
          <a:xfrm>
            <a:off x="669925" y="7935913"/>
            <a:ext cx="13095300" cy="1005000"/>
          </a:xfrm>
          <a:prstGeom prst="rect">
            <a:avLst/>
          </a:prstGeom>
          <a:noFill/>
          <a:ln>
            <a:noFill/>
          </a:ln>
        </p:spPr>
        <p:txBody>
          <a:bodyPr spcFirstLastPara="1" wrap="square" lIns="91425" tIns="45700" rIns="91425" bIns="45700" anchor="t" anchorCtr="0">
            <a:normAutofit fontScale="92500" lnSpcReduction="10000"/>
          </a:bodyPr>
          <a:lstStyle/>
          <a:p>
            <a:pPr marL="0" lvl="0" indent="0" algn="l" rtl="0">
              <a:lnSpc>
                <a:spcPct val="114000"/>
              </a:lnSpc>
              <a:spcBef>
                <a:spcPts val="0"/>
              </a:spcBef>
              <a:spcAft>
                <a:spcPts val="0"/>
              </a:spcAft>
              <a:buClr>
                <a:srgbClr val="3F3F3F"/>
              </a:buClr>
              <a:buSzPct val="100000"/>
              <a:buNone/>
            </a:pPr>
            <a:r>
              <a:rPr lang="en-US" dirty="0"/>
              <a:t>The goal of hierarchical clustering is to create a tree-shaped structure known as a dendrogram that shows the hierarchical connection of items and finds the best approach to assigning items to a cluster based on similarities and dissimilarities.</a:t>
            </a:r>
            <a:endParaRPr dirty="0"/>
          </a:p>
          <a:p>
            <a:pPr marL="0" lvl="0" indent="0" algn="l" rtl="0">
              <a:lnSpc>
                <a:spcPct val="114000"/>
              </a:lnSpc>
              <a:spcBef>
                <a:spcPts val="0"/>
              </a:spcBef>
              <a:spcAft>
                <a:spcPts val="0"/>
              </a:spcAft>
              <a:buClr>
                <a:srgbClr val="3F3F3F"/>
              </a:buClr>
              <a:buSzPct val="100000"/>
              <a:buNone/>
            </a:pPr>
            <a:endParaRPr dirty="0"/>
          </a:p>
        </p:txBody>
      </p:sp>
      <p:sp>
        <p:nvSpPr>
          <p:cNvPr id="212" name="Google Shape;212;p124"/>
          <p:cNvSpPr txBox="1">
            <a:spLocks noGrp="1"/>
          </p:cNvSpPr>
          <p:nvPr>
            <p:ph type="body" idx="3"/>
          </p:nvPr>
        </p:nvSpPr>
        <p:spPr>
          <a:xfrm>
            <a:off x="2338682" y="5511422"/>
            <a:ext cx="11250600" cy="836700"/>
          </a:xfrm>
          <a:prstGeom prst="rect">
            <a:avLst/>
          </a:prstGeom>
          <a:noFill/>
          <a:ln>
            <a:noFill/>
          </a:ln>
        </p:spPr>
        <p:txBody>
          <a:bodyPr spcFirstLastPara="1" wrap="square" lIns="91425" tIns="45700" rIns="91425" bIns="45700" anchor="t" anchorCtr="0">
            <a:normAutofit/>
          </a:bodyPr>
          <a:lstStyle/>
          <a:p>
            <a:pPr marL="0" lvl="0" indent="0" algn="l" rtl="0">
              <a:lnSpc>
                <a:spcPct val="114000"/>
              </a:lnSpc>
              <a:spcBef>
                <a:spcPts val="0"/>
              </a:spcBef>
              <a:spcAft>
                <a:spcPts val="0"/>
              </a:spcAft>
              <a:buClr>
                <a:srgbClr val="3F3F3F"/>
              </a:buClr>
              <a:buSzPts val="2000"/>
              <a:buNone/>
            </a:pPr>
            <a:r>
              <a:rPr lang="en-US"/>
              <a:t>To create a tree-shaped structure known as a dendrogram</a:t>
            </a:r>
            <a:endParaRPr/>
          </a:p>
        </p:txBody>
      </p:sp>
      <p:sp>
        <p:nvSpPr>
          <p:cNvPr id="213" name="Google Shape;213;p124"/>
          <p:cNvSpPr txBox="1">
            <a:spLocks noGrp="1"/>
          </p:cNvSpPr>
          <p:nvPr>
            <p:ph type="body" idx="4"/>
          </p:nvPr>
        </p:nvSpPr>
        <p:spPr>
          <a:xfrm>
            <a:off x="2334566" y="4568181"/>
            <a:ext cx="11250600" cy="836700"/>
          </a:xfrm>
          <a:prstGeom prst="rect">
            <a:avLst/>
          </a:prstGeom>
          <a:noFill/>
          <a:ln>
            <a:noFill/>
          </a:ln>
        </p:spPr>
        <p:txBody>
          <a:bodyPr spcFirstLastPara="1" wrap="square" lIns="91425" tIns="45700" rIns="91425" bIns="45700" anchor="t" anchorCtr="0">
            <a:normAutofit/>
          </a:bodyPr>
          <a:lstStyle/>
          <a:p>
            <a:pPr marL="0" lvl="0" indent="0" algn="l" rtl="0">
              <a:lnSpc>
                <a:spcPct val="114000"/>
              </a:lnSpc>
              <a:spcBef>
                <a:spcPts val="0"/>
              </a:spcBef>
              <a:spcAft>
                <a:spcPts val="0"/>
              </a:spcAft>
              <a:buClr>
                <a:srgbClr val="3F3F3F"/>
              </a:buClr>
              <a:buSzPts val="2000"/>
              <a:buNone/>
            </a:pPr>
            <a:r>
              <a:rPr lang="en-US"/>
              <a:t>To reduce the dimensionality of input data</a:t>
            </a:r>
            <a:endParaRPr/>
          </a:p>
        </p:txBody>
      </p:sp>
      <p:sp>
        <p:nvSpPr>
          <p:cNvPr id="214" name="Google Shape;214;p124"/>
          <p:cNvSpPr txBox="1">
            <a:spLocks noGrp="1"/>
          </p:cNvSpPr>
          <p:nvPr>
            <p:ph type="body" idx="5"/>
          </p:nvPr>
        </p:nvSpPr>
        <p:spPr>
          <a:xfrm>
            <a:off x="2334566" y="3629064"/>
            <a:ext cx="11250600" cy="836700"/>
          </a:xfrm>
          <a:prstGeom prst="rect">
            <a:avLst/>
          </a:prstGeom>
          <a:noFill/>
          <a:ln>
            <a:noFill/>
          </a:ln>
        </p:spPr>
        <p:txBody>
          <a:bodyPr spcFirstLastPara="1" wrap="square" lIns="91425" tIns="45700" rIns="91425" bIns="45700" anchor="t" anchorCtr="0">
            <a:normAutofit/>
          </a:bodyPr>
          <a:lstStyle/>
          <a:p>
            <a:pPr marL="0" lvl="0" indent="0" algn="l" rtl="0">
              <a:lnSpc>
                <a:spcPct val="114000"/>
              </a:lnSpc>
              <a:spcBef>
                <a:spcPts val="0"/>
              </a:spcBef>
              <a:spcAft>
                <a:spcPts val="0"/>
              </a:spcAft>
              <a:buClr>
                <a:srgbClr val="3F3F3F"/>
              </a:buClr>
              <a:buSzPts val="2000"/>
              <a:buNone/>
            </a:pPr>
            <a:r>
              <a:rPr lang="en-US"/>
              <a:t>To identify anomalies in data sets</a:t>
            </a:r>
            <a:endParaRPr/>
          </a:p>
        </p:txBody>
      </p:sp>
      <p:sp>
        <p:nvSpPr>
          <p:cNvPr id="215" name="Google Shape;215;p124"/>
          <p:cNvSpPr txBox="1">
            <a:spLocks noGrp="1"/>
          </p:cNvSpPr>
          <p:nvPr>
            <p:ph type="body" idx="6"/>
          </p:nvPr>
        </p:nvSpPr>
        <p:spPr>
          <a:xfrm>
            <a:off x="2330450" y="2698180"/>
            <a:ext cx="11250600" cy="836700"/>
          </a:xfrm>
          <a:prstGeom prst="rect">
            <a:avLst/>
          </a:prstGeom>
          <a:noFill/>
          <a:ln>
            <a:noFill/>
          </a:ln>
        </p:spPr>
        <p:txBody>
          <a:bodyPr spcFirstLastPara="1" wrap="square" lIns="91425" tIns="45700" rIns="91425" bIns="45700" anchor="t" anchorCtr="0">
            <a:normAutofit/>
          </a:bodyPr>
          <a:lstStyle/>
          <a:p>
            <a:pPr marL="0" lvl="0" indent="0" algn="l" rtl="0">
              <a:lnSpc>
                <a:spcPct val="114000"/>
              </a:lnSpc>
              <a:spcBef>
                <a:spcPts val="0"/>
              </a:spcBef>
              <a:spcAft>
                <a:spcPts val="0"/>
              </a:spcAft>
              <a:buClr>
                <a:srgbClr val="3F3F3F"/>
              </a:buClr>
              <a:buSzPts val="2000"/>
              <a:buNone/>
            </a:pPr>
            <a:r>
              <a:rPr lang="en-US"/>
              <a:t>To classify data into distinct groups</a:t>
            </a:r>
            <a:endParaRPr/>
          </a:p>
        </p:txBody>
      </p:sp>
      <p:sp>
        <p:nvSpPr>
          <p:cNvPr id="216" name="Google Shape;216;p124"/>
          <p:cNvSpPr txBox="1">
            <a:spLocks noGrp="1"/>
          </p:cNvSpPr>
          <p:nvPr>
            <p:ph type="body" idx="7"/>
          </p:nvPr>
        </p:nvSpPr>
        <p:spPr>
          <a:xfrm>
            <a:off x="1562100" y="1193800"/>
            <a:ext cx="1135200" cy="830400"/>
          </a:xfrm>
          <a:prstGeom prst="rect">
            <a:avLst/>
          </a:prstGeom>
          <a:noFill/>
          <a:ln>
            <a:noFill/>
          </a:ln>
        </p:spPr>
        <p:txBody>
          <a:bodyPr spcFirstLastPara="1" wrap="square" lIns="91425" tIns="45700" rIns="91425" bIns="45700" anchor="ctr" anchorCtr="0">
            <a:normAutofit/>
          </a:bodyPr>
          <a:lstStyle/>
          <a:p>
            <a:pPr marL="0" lvl="0" indent="0" algn="ctr" rtl="0">
              <a:lnSpc>
                <a:spcPct val="114000"/>
              </a:lnSpc>
              <a:spcBef>
                <a:spcPts val="0"/>
              </a:spcBef>
              <a:spcAft>
                <a:spcPts val="0"/>
              </a:spcAft>
              <a:buClr>
                <a:schemeClr val="lt1"/>
              </a:buClr>
              <a:buSzPts val="2200"/>
              <a:buNone/>
            </a:pPr>
            <a:r>
              <a:rPr lang="en-US"/>
              <a:t>1</a:t>
            </a:r>
            <a:endParaRPr/>
          </a:p>
        </p:txBody>
      </p:sp>
      <p:sp>
        <p:nvSpPr>
          <p:cNvPr id="217" name="Google Shape;217;p124"/>
          <p:cNvSpPr txBox="1">
            <a:spLocks noGrp="1"/>
          </p:cNvSpPr>
          <p:nvPr>
            <p:ph type="body" idx="8"/>
          </p:nvPr>
        </p:nvSpPr>
        <p:spPr>
          <a:xfrm>
            <a:off x="2967015" y="578759"/>
            <a:ext cx="12401700" cy="1446900"/>
          </a:xfrm>
          <a:prstGeom prst="rect">
            <a:avLst/>
          </a:prstGeom>
          <a:noFill/>
          <a:ln>
            <a:noFill/>
          </a:ln>
        </p:spPr>
        <p:txBody>
          <a:bodyPr spcFirstLastPara="1" wrap="square" lIns="91425" tIns="45700" rIns="91425" bIns="45700" anchor="ctr" anchorCtr="0">
            <a:normAutofit/>
          </a:bodyPr>
          <a:lstStyle/>
          <a:p>
            <a:pPr marL="0" lvl="0" indent="0" algn="l" rtl="0">
              <a:lnSpc>
                <a:spcPct val="114000"/>
              </a:lnSpc>
              <a:spcBef>
                <a:spcPts val="0"/>
              </a:spcBef>
              <a:spcAft>
                <a:spcPts val="0"/>
              </a:spcAft>
              <a:buClr>
                <a:srgbClr val="3F3F3F"/>
              </a:buClr>
              <a:buSzPts val="2200"/>
              <a:buNone/>
            </a:pPr>
            <a:r>
              <a:rPr lang="en-US"/>
              <a:t>What is the goal of hierarchical clustering?</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125"/>
          <p:cNvSpPr txBox="1">
            <a:spLocks noGrp="1"/>
          </p:cNvSpPr>
          <p:nvPr>
            <p:ph type="body" idx="1"/>
          </p:nvPr>
        </p:nvSpPr>
        <p:spPr>
          <a:xfrm>
            <a:off x="2330450" y="2698180"/>
            <a:ext cx="11250600" cy="836700"/>
          </a:xfrm>
          <a:prstGeom prst="rect">
            <a:avLst/>
          </a:prstGeom>
          <a:noFill/>
          <a:ln>
            <a:noFill/>
          </a:ln>
        </p:spPr>
        <p:txBody>
          <a:bodyPr spcFirstLastPara="1" wrap="square" lIns="91425" tIns="45700" rIns="91425" bIns="45700" anchor="t" anchorCtr="0">
            <a:normAutofit/>
          </a:bodyPr>
          <a:lstStyle/>
          <a:p>
            <a:pPr marL="0" lvl="0" indent="0" algn="l" rtl="0">
              <a:lnSpc>
                <a:spcPct val="114000"/>
              </a:lnSpc>
              <a:spcBef>
                <a:spcPts val="0"/>
              </a:spcBef>
              <a:spcAft>
                <a:spcPts val="0"/>
              </a:spcAft>
              <a:buClr>
                <a:srgbClr val="3F3F3F"/>
              </a:buClr>
              <a:buSzPts val="2000"/>
              <a:buNone/>
            </a:pPr>
            <a:r>
              <a:rPr lang="en-US"/>
              <a:t>Choosing a random number</a:t>
            </a:r>
            <a:endParaRPr/>
          </a:p>
        </p:txBody>
      </p:sp>
      <p:sp>
        <p:nvSpPr>
          <p:cNvPr id="223" name="Google Shape;223;p125"/>
          <p:cNvSpPr txBox="1">
            <a:spLocks noGrp="1"/>
          </p:cNvSpPr>
          <p:nvPr>
            <p:ph type="body" idx="2"/>
          </p:nvPr>
        </p:nvSpPr>
        <p:spPr>
          <a:xfrm>
            <a:off x="2334566" y="3629064"/>
            <a:ext cx="11250600" cy="836700"/>
          </a:xfrm>
          <a:prstGeom prst="rect">
            <a:avLst/>
          </a:prstGeom>
          <a:noFill/>
          <a:ln>
            <a:noFill/>
          </a:ln>
        </p:spPr>
        <p:txBody>
          <a:bodyPr spcFirstLastPara="1" wrap="square" lIns="91425" tIns="45700" rIns="91425" bIns="45700" anchor="t" anchorCtr="0">
            <a:normAutofit/>
          </a:bodyPr>
          <a:lstStyle/>
          <a:p>
            <a:pPr marL="0" lvl="0" indent="0" algn="l" rtl="0">
              <a:lnSpc>
                <a:spcPct val="114000"/>
              </a:lnSpc>
              <a:spcBef>
                <a:spcPts val="0"/>
              </a:spcBef>
              <a:spcAft>
                <a:spcPts val="0"/>
              </a:spcAft>
              <a:buClr>
                <a:srgbClr val="3F3F3F"/>
              </a:buClr>
              <a:buSzPts val="2000"/>
              <a:buNone/>
            </a:pPr>
            <a:r>
              <a:rPr lang="en-US"/>
              <a:t>Identifying the longest line that traverses the maximum vertical distance without intercepting any of the merging points in the dendrogram</a:t>
            </a:r>
            <a:endParaRPr/>
          </a:p>
          <a:p>
            <a:pPr marL="0" lvl="0" indent="0" algn="l" rtl="0">
              <a:lnSpc>
                <a:spcPct val="114000"/>
              </a:lnSpc>
              <a:spcBef>
                <a:spcPts val="0"/>
              </a:spcBef>
              <a:spcAft>
                <a:spcPts val="0"/>
              </a:spcAft>
              <a:buClr>
                <a:srgbClr val="3F3F3F"/>
              </a:buClr>
              <a:buSzPts val="2000"/>
              <a:buNone/>
            </a:pPr>
            <a:endParaRPr/>
          </a:p>
        </p:txBody>
      </p:sp>
      <p:sp>
        <p:nvSpPr>
          <p:cNvPr id="224" name="Google Shape;224;p125"/>
          <p:cNvSpPr txBox="1">
            <a:spLocks noGrp="1"/>
          </p:cNvSpPr>
          <p:nvPr>
            <p:ph type="body" idx="3"/>
          </p:nvPr>
        </p:nvSpPr>
        <p:spPr>
          <a:xfrm>
            <a:off x="2334566" y="4568181"/>
            <a:ext cx="11250600" cy="836700"/>
          </a:xfrm>
          <a:prstGeom prst="rect">
            <a:avLst/>
          </a:prstGeom>
          <a:noFill/>
          <a:ln>
            <a:noFill/>
          </a:ln>
        </p:spPr>
        <p:txBody>
          <a:bodyPr spcFirstLastPara="1" wrap="square" lIns="91425" tIns="45700" rIns="91425" bIns="45700" anchor="t" anchorCtr="0">
            <a:normAutofit/>
          </a:bodyPr>
          <a:lstStyle/>
          <a:p>
            <a:pPr marL="0" lvl="0" indent="0" algn="l" rtl="0">
              <a:lnSpc>
                <a:spcPct val="114000"/>
              </a:lnSpc>
              <a:spcBef>
                <a:spcPts val="0"/>
              </a:spcBef>
              <a:spcAft>
                <a:spcPts val="0"/>
              </a:spcAft>
              <a:buClr>
                <a:srgbClr val="3F3F3F"/>
              </a:buClr>
              <a:buSzPts val="2000"/>
              <a:buNone/>
            </a:pPr>
            <a:r>
              <a:rPr lang="en-US"/>
              <a:t>Counting the number of horizontal lines in the dendrogram</a:t>
            </a:r>
            <a:endParaRPr/>
          </a:p>
        </p:txBody>
      </p:sp>
      <p:sp>
        <p:nvSpPr>
          <p:cNvPr id="225" name="Google Shape;225;p125"/>
          <p:cNvSpPr txBox="1">
            <a:spLocks noGrp="1"/>
          </p:cNvSpPr>
          <p:nvPr>
            <p:ph type="body" idx="4"/>
          </p:nvPr>
        </p:nvSpPr>
        <p:spPr>
          <a:xfrm>
            <a:off x="2338682" y="5511422"/>
            <a:ext cx="11250600" cy="836700"/>
          </a:xfrm>
          <a:prstGeom prst="rect">
            <a:avLst/>
          </a:prstGeom>
          <a:noFill/>
          <a:ln>
            <a:noFill/>
          </a:ln>
        </p:spPr>
        <p:txBody>
          <a:bodyPr spcFirstLastPara="1" wrap="square" lIns="91425" tIns="45700" rIns="91425" bIns="45700" anchor="t" anchorCtr="0">
            <a:normAutofit/>
          </a:bodyPr>
          <a:lstStyle/>
          <a:p>
            <a:pPr marL="0" lvl="0" indent="0" algn="l" rtl="0">
              <a:lnSpc>
                <a:spcPct val="114000"/>
              </a:lnSpc>
              <a:spcBef>
                <a:spcPts val="0"/>
              </a:spcBef>
              <a:spcAft>
                <a:spcPts val="0"/>
              </a:spcAft>
              <a:buClr>
                <a:srgbClr val="3F3F3F"/>
              </a:buClr>
              <a:buSzPts val="2000"/>
              <a:buNone/>
            </a:pPr>
            <a:r>
              <a:rPr lang="en-US"/>
              <a:t>Looking at the colors in the dendrogram</a:t>
            </a:r>
            <a:endParaRPr/>
          </a:p>
        </p:txBody>
      </p:sp>
      <p:sp>
        <p:nvSpPr>
          <p:cNvPr id="226" name="Google Shape;226;p125"/>
          <p:cNvSpPr txBox="1">
            <a:spLocks noGrp="1"/>
          </p:cNvSpPr>
          <p:nvPr>
            <p:ph type="body" idx="5"/>
          </p:nvPr>
        </p:nvSpPr>
        <p:spPr>
          <a:xfrm>
            <a:off x="2967015" y="578759"/>
            <a:ext cx="12401700" cy="1446900"/>
          </a:xfrm>
          <a:prstGeom prst="rect">
            <a:avLst/>
          </a:prstGeom>
          <a:noFill/>
          <a:ln>
            <a:noFill/>
          </a:ln>
        </p:spPr>
        <p:txBody>
          <a:bodyPr spcFirstLastPara="1" wrap="square" lIns="91425" tIns="45700" rIns="91425" bIns="45700" anchor="ctr" anchorCtr="0">
            <a:normAutofit/>
          </a:bodyPr>
          <a:lstStyle/>
          <a:p>
            <a:pPr marL="0" lvl="0" indent="0" algn="l" rtl="0">
              <a:lnSpc>
                <a:spcPct val="114000"/>
              </a:lnSpc>
              <a:spcBef>
                <a:spcPts val="0"/>
              </a:spcBef>
              <a:spcAft>
                <a:spcPts val="0"/>
              </a:spcAft>
              <a:buClr>
                <a:srgbClr val="3F3F3F"/>
              </a:buClr>
              <a:buSzPts val="2200"/>
              <a:buNone/>
            </a:pPr>
            <a:r>
              <a:rPr lang="en-US" dirty="0"/>
              <a:t>What is the first step in choosing the optimal number of clusters in hierarchical clustering?</a:t>
            </a:r>
            <a:endParaRPr dirty="0"/>
          </a:p>
        </p:txBody>
      </p:sp>
      <p:sp>
        <p:nvSpPr>
          <p:cNvPr id="227" name="Google Shape;227;p125"/>
          <p:cNvSpPr txBox="1">
            <a:spLocks noGrp="1"/>
          </p:cNvSpPr>
          <p:nvPr>
            <p:ph type="body" idx="6"/>
          </p:nvPr>
        </p:nvSpPr>
        <p:spPr>
          <a:xfrm>
            <a:off x="1562390" y="1193800"/>
            <a:ext cx="1135200" cy="830400"/>
          </a:xfrm>
          <a:prstGeom prst="rect">
            <a:avLst/>
          </a:prstGeom>
          <a:noFill/>
          <a:ln>
            <a:noFill/>
          </a:ln>
        </p:spPr>
        <p:txBody>
          <a:bodyPr spcFirstLastPara="1" wrap="square" lIns="91425" tIns="45700" rIns="91425" bIns="45700" anchor="ctr" anchorCtr="0">
            <a:normAutofit/>
          </a:bodyPr>
          <a:lstStyle/>
          <a:p>
            <a:pPr marL="0" lvl="0" indent="0" algn="ctr" rtl="0">
              <a:lnSpc>
                <a:spcPct val="114000"/>
              </a:lnSpc>
              <a:spcBef>
                <a:spcPts val="0"/>
              </a:spcBef>
              <a:spcAft>
                <a:spcPts val="0"/>
              </a:spcAft>
              <a:buClr>
                <a:schemeClr val="lt1"/>
              </a:buClr>
              <a:buSzPts val="2200"/>
              <a:buNone/>
            </a:pPr>
            <a:r>
              <a:rPr lang="en-US"/>
              <a:t>2</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126"/>
          <p:cNvSpPr txBox="1">
            <a:spLocks noGrp="1"/>
          </p:cNvSpPr>
          <p:nvPr>
            <p:ph type="body" idx="1"/>
          </p:nvPr>
        </p:nvSpPr>
        <p:spPr>
          <a:xfrm>
            <a:off x="3251201" y="7277661"/>
            <a:ext cx="8834400" cy="584100"/>
          </a:xfrm>
          <a:prstGeom prst="rect">
            <a:avLst/>
          </a:prstGeom>
          <a:noFill/>
          <a:ln>
            <a:noFill/>
          </a:ln>
        </p:spPr>
        <p:txBody>
          <a:bodyPr spcFirstLastPara="1" wrap="square" lIns="91425" tIns="45700" rIns="91425" bIns="45700" anchor="ctr" anchorCtr="0">
            <a:normAutofit/>
          </a:bodyPr>
          <a:lstStyle/>
          <a:p>
            <a:pPr marL="0" lvl="0" indent="0" algn="l" rtl="0">
              <a:lnSpc>
                <a:spcPct val="114000"/>
              </a:lnSpc>
              <a:spcBef>
                <a:spcPts val="0"/>
              </a:spcBef>
              <a:spcAft>
                <a:spcPts val="0"/>
              </a:spcAft>
              <a:buClr>
                <a:srgbClr val="024F93"/>
              </a:buClr>
              <a:buSzPts val="2000"/>
              <a:buNone/>
            </a:pPr>
            <a:r>
              <a:rPr lang="en-US"/>
              <a:t>B</a:t>
            </a:r>
            <a:endParaRPr/>
          </a:p>
        </p:txBody>
      </p:sp>
      <p:sp>
        <p:nvSpPr>
          <p:cNvPr id="233" name="Google Shape;233;p126"/>
          <p:cNvSpPr txBox="1">
            <a:spLocks noGrp="1"/>
          </p:cNvSpPr>
          <p:nvPr>
            <p:ph type="body" idx="2"/>
          </p:nvPr>
        </p:nvSpPr>
        <p:spPr>
          <a:xfrm>
            <a:off x="669925" y="7935913"/>
            <a:ext cx="13095300" cy="1005000"/>
          </a:xfrm>
          <a:prstGeom prst="rect">
            <a:avLst/>
          </a:prstGeom>
          <a:noFill/>
          <a:ln>
            <a:noFill/>
          </a:ln>
        </p:spPr>
        <p:txBody>
          <a:bodyPr spcFirstLastPara="1" wrap="square" lIns="91425" tIns="45700" rIns="91425" bIns="45700" anchor="t" anchorCtr="0">
            <a:normAutofit fontScale="92500" lnSpcReduction="10000"/>
          </a:bodyPr>
          <a:lstStyle/>
          <a:p>
            <a:pPr marL="0" lvl="0" indent="0" algn="l" rtl="0">
              <a:lnSpc>
                <a:spcPct val="114000"/>
              </a:lnSpc>
              <a:spcBef>
                <a:spcPts val="0"/>
              </a:spcBef>
              <a:spcAft>
                <a:spcPts val="0"/>
              </a:spcAft>
              <a:buClr>
                <a:srgbClr val="3F3F3F"/>
              </a:buClr>
              <a:buSzPct val="100000"/>
              <a:buNone/>
            </a:pPr>
            <a:r>
              <a:rPr lang="en-US" dirty="0"/>
              <a:t>The first step to choosing the optimal number of clusters in hierarchical clustering is to identify the longest line that traverses the maximum vertical distance without intercepting any of the merging points in the dendrogram.</a:t>
            </a:r>
            <a:endParaRPr dirty="0"/>
          </a:p>
          <a:p>
            <a:pPr marL="0" lvl="0" indent="0" algn="l" rtl="0">
              <a:lnSpc>
                <a:spcPct val="114000"/>
              </a:lnSpc>
              <a:spcBef>
                <a:spcPts val="0"/>
              </a:spcBef>
              <a:spcAft>
                <a:spcPts val="0"/>
              </a:spcAft>
              <a:buClr>
                <a:srgbClr val="3F3F3F"/>
              </a:buClr>
              <a:buSzPct val="100000"/>
              <a:buNone/>
            </a:pPr>
            <a:endParaRPr dirty="0"/>
          </a:p>
        </p:txBody>
      </p:sp>
      <p:sp>
        <p:nvSpPr>
          <p:cNvPr id="234" name="Google Shape;234;p126"/>
          <p:cNvSpPr txBox="1">
            <a:spLocks noGrp="1"/>
          </p:cNvSpPr>
          <p:nvPr>
            <p:ph type="body" idx="3"/>
          </p:nvPr>
        </p:nvSpPr>
        <p:spPr>
          <a:xfrm>
            <a:off x="2338682" y="5511422"/>
            <a:ext cx="11250600" cy="836700"/>
          </a:xfrm>
          <a:prstGeom prst="rect">
            <a:avLst/>
          </a:prstGeom>
          <a:noFill/>
          <a:ln>
            <a:noFill/>
          </a:ln>
        </p:spPr>
        <p:txBody>
          <a:bodyPr spcFirstLastPara="1" wrap="square" lIns="91425" tIns="45700" rIns="91425" bIns="45700" anchor="t" anchorCtr="0">
            <a:normAutofit/>
          </a:bodyPr>
          <a:lstStyle/>
          <a:p>
            <a:pPr marL="0" lvl="0" indent="0" algn="l" rtl="0">
              <a:lnSpc>
                <a:spcPct val="114000"/>
              </a:lnSpc>
              <a:spcBef>
                <a:spcPts val="0"/>
              </a:spcBef>
              <a:spcAft>
                <a:spcPts val="0"/>
              </a:spcAft>
              <a:buClr>
                <a:srgbClr val="3F3F3F"/>
              </a:buClr>
              <a:buSzPts val="2000"/>
              <a:buNone/>
            </a:pPr>
            <a:r>
              <a:rPr lang="en-US"/>
              <a:t>Looking at the colors in the dendrogram</a:t>
            </a:r>
            <a:endParaRPr/>
          </a:p>
        </p:txBody>
      </p:sp>
      <p:sp>
        <p:nvSpPr>
          <p:cNvPr id="235" name="Google Shape;235;p126"/>
          <p:cNvSpPr txBox="1">
            <a:spLocks noGrp="1"/>
          </p:cNvSpPr>
          <p:nvPr>
            <p:ph type="body" idx="4"/>
          </p:nvPr>
        </p:nvSpPr>
        <p:spPr>
          <a:xfrm>
            <a:off x="2334566" y="4568181"/>
            <a:ext cx="11250600" cy="836700"/>
          </a:xfrm>
          <a:prstGeom prst="rect">
            <a:avLst/>
          </a:prstGeom>
          <a:noFill/>
          <a:ln>
            <a:noFill/>
          </a:ln>
        </p:spPr>
        <p:txBody>
          <a:bodyPr spcFirstLastPara="1" wrap="square" lIns="91425" tIns="45700" rIns="91425" bIns="45700" anchor="t" anchorCtr="0">
            <a:normAutofit/>
          </a:bodyPr>
          <a:lstStyle/>
          <a:p>
            <a:pPr marL="0" lvl="0" indent="0" algn="l" rtl="0">
              <a:lnSpc>
                <a:spcPct val="114000"/>
              </a:lnSpc>
              <a:spcBef>
                <a:spcPts val="0"/>
              </a:spcBef>
              <a:spcAft>
                <a:spcPts val="0"/>
              </a:spcAft>
              <a:buClr>
                <a:srgbClr val="3F3F3F"/>
              </a:buClr>
              <a:buSzPts val="2000"/>
              <a:buNone/>
            </a:pPr>
            <a:r>
              <a:rPr lang="en-US"/>
              <a:t>Counting the number of horizontal lines in the dendrogram</a:t>
            </a:r>
            <a:endParaRPr/>
          </a:p>
        </p:txBody>
      </p:sp>
      <p:sp>
        <p:nvSpPr>
          <p:cNvPr id="236" name="Google Shape;236;p126"/>
          <p:cNvSpPr txBox="1">
            <a:spLocks noGrp="1"/>
          </p:cNvSpPr>
          <p:nvPr>
            <p:ph type="body" idx="5"/>
          </p:nvPr>
        </p:nvSpPr>
        <p:spPr>
          <a:xfrm>
            <a:off x="2334566" y="3629064"/>
            <a:ext cx="11250600" cy="836700"/>
          </a:xfrm>
          <a:prstGeom prst="rect">
            <a:avLst/>
          </a:prstGeom>
          <a:noFill/>
          <a:ln>
            <a:noFill/>
          </a:ln>
        </p:spPr>
        <p:txBody>
          <a:bodyPr spcFirstLastPara="1" wrap="square" lIns="91425" tIns="45700" rIns="91425" bIns="45700" anchor="t" anchorCtr="0">
            <a:normAutofit/>
          </a:bodyPr>
          <a:lstStyle/>
          <a:p>
            <a:pPr marL="0" lvl="0" indent="0" algn="l" rtl="0">
              <a:lnSpc>
                <a:spcPct val="114000"/>
              </a:lnSpc>
              <a:spcBef>
                <a:spcPts val="0"/>
              </a:spcBef>
              <a:spcAft>
                <a:spcPts val="0"/>
              </a:spcAft>
              <a:buClr>
                <a:srgbClr val="3F3F3F"/>
              </a:buClr>
              <a:buSzPts val="2000"/>
              <a:buNone/>
            </a:pPr>
            <a:r>
              <a:rPr lang="en-US"/>
              <a:t>Identifying the longest line that traverses the maximum vertical distance without intercepting any of the merging points in the dendrogram</a:t>
            </a:r>
            <a:endParaRPr/>
          </a:p>
        </p:txBody>
      </p:sp>
      <p:sp>
        <p:nvSpPr>
          <p:cNvPr id="237" name="Google Shape;237;p126"/>
          <p:cNvSpPr txBox="1">
            <a:spLocks noGrp="1"/>
          </p:cNvSpPr>
          <p:nvPr>
            <p:ph type="body" idx="6"/>
          </p:nvPr>
        </p:nvSpPr>
        <p:spPr>
          <a:xfrm>
            <a:off x="2330450" y="2698180"/>
            <a:ext cx="11250600" cy="836700"/>
          </a:xfrm>
          <a:prstGeom prst="rect">
            <a:avLst/>
          </a:prstGeom>
          <a:noFill/>
          <a:ln>
            <a:noFill/>
          </a:ln>
        </p:spPr>
        <p:txBody>
          <a:bodyPr spcFirstLastPara="1" wrap="square" lIns="91425" tIns="45700" rIns="91425" bIns="45700" anchor="t" anchorCtr="0">
            <a:normAutofit/>
          </a:bodyPr>
          <a:lstStyle/>
          <a:p>
            <a:pPr marL="0" lvl="0" indent="0" algn="l" rtl="0">
              <a:lnSpc>
                <a:spcPct val="114000"/>
              </a:lnSpc>
              <a:spcBef>
                <a:spcPts val="0"/>
              </a:spcBef>
              <a:spcAft>
                <a:spcPts val="0"/>
              </a:spcAft>
              <a:buClr>
                <a:srgbClr val="3F3F3F"/>
              </a:buClr>
              <a:buSzPts val="2000"/>
              <a:buNone/>
            </a:pPr>
            <a:r>
              <a:rPr lang="en-US"/>
              <a:t>Choosing a random number</a:t>
            </a:r>
            <a:endParaRPr/>
          </a:p>
        </p:txBody>
      </p:sp>
      <p:sp>
        <p:nvSpPr>
          <p:cNvPr id="238" name="Google Shape;238;p126"/>
          <p:cNvSpPr txBox="1">
            <a:spLocks noGrp="1"/>
          </p:cNvSpPr>
          <p:nvPr>
            <p:ph type="body" idx="7"/>
          </p:nvPr>
        </p:nvSpPr>
        <p:spPr>
          <a:xfrm>
            <a:off x="1562100" y="1193800"/>
            <a:ext cx="1135200" cy="830400"/>
          </a:xfrm>
          <a:prstGeom prst="rect">
            <a:avLst/>
          </a:prstGeom>
          <a:noFill/>
          <a:ln>
            <a:noFill/>
          </a:ln>
        </p:spPr>
        <p:txBody>
          <a:bodyPr spcFirstLastPara="1" wrap="square" lIns="91425" tIns="45700" rIns="91425" bIns="45700" anchor="ctr" anchorCtr="0">
            <a:normAutofit/>
          </a:bodyPr>
          <a:lstStyle/>
          <a:p>
            <a:pPr marL="0" lvl="0" indent="0" algn="ctr" rtl="0">
              <a:lnSpc>
                <a:spcPct val="114000"/>
              </a:lnSpc>
              <a:spcBef>
                <a:spcPts val="0"/>
              </a:spcBef>
              <a:spcAft>
                <a:spcPts val="0"/>
              </a:spcAft>
              <a:buClr>
                <a:schemeClr val="lt1"/>
              </a:buClr>
              <a:buSzPts val="2200"/>
              <a:buNone/>
            </a:pPr>
            <a:r>
              <a:rPr lang="en-US"/>
              <a:t>2</a:t>
            </a:r>
            <a:endParaRPr/>
          </a:p>
        </p:txBody>
      </p:sp>
      <p:sp>
        <p:nvSpPr>
          <p:cNvPr id="239" name="Google Shape;239;p126"/>
          <p:cNvSpPr txBox="1">
            <a:spLocks noGrp="1"/>
          </p:cNvSpPr>
          <p:nvPr>
            <p:ph type="body" idx="8"/>
          </p:nvPr>
        </p:nvSpPr>
        <p:spPr>
          <a:xfrm>
            <a:off x="2967015" y="578759"/>
            <a:ext cx="12401700" cy="1446900"/>
          </a:xfrm>
          <a:prstGeom prst="rect">
            <a:avLst/>
          </a:prstGeom>
          <a:noFill/>
          <a:ln>
            <a:noFill/>
          </a:ln>
        </p:spPr>
        <p:txBody>
          <a:bodyPr spcFirstLastPara="1" wrap="square" lIns="91425" tIns="45700" rIns="91425" bIns="45700" anchor="ctr" anchorCtr="0">
            <a:normAutofit/>
          </a:bodyPr>
          <a:lstStyle/>
          <a:p>
            <a:pPr marL="0" lvl="0" indent="0" algn="l" rtl="0">
              <a:lnSpc>
                <a:spcPct val="114000"/>
              </a:lnSpc>
              <a:spcBef>
                <a:spcPts val="0"/>
              </a:spcBef>
              <a:spcAft>
                <a:spcPts val="0"/>
              </a:spcAft>
              <a:buClr>
                <a:srgbClr val="3F3F3F"/>
              </a:buClr>
              <a:buSzPts val="2200"/>
              <a:buNone/>
            </a:pPr>
            <a:r>
              <a:rPr lang="en-US" dirty="0"/>
              <a:t>What is the first step in choosing the optimal number of clusters in hierarchical clustering?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127"/>
          <p:cNvSpPr txBox="1">
            <a:spLocks noGrp="1"/>
          </p:cNvSpPr>
          <p:nvPr>
            <p:ph type="body" idx="1"/>
          </p:nvPr>
        </p:nvSpPr>
        <p:spPr>
          <a:xfrm>
            <a:off x="2330450" y="2698180"/>
            <a:ext cx="11250600" cy="836700"/>
          </a:xfrm>
          <a:prstGeom prst="rect">
            <a:avLst/>
          </a:prstGeom>
          <a:noFill/>
          <a:ln>
            <a:noFill/>
          </a:ln>
        </p:spPr>
        <p:txBody>
          <a:bodyPr spcFirstLastPara="1" wrap="square" lIns="91425" tIns="45700" rIns="91425" bIns="45700" anchor="t" anchorCtr="0">
            <a:normAutofit/>
          </a:bodyPr>
          <a:lstStyle/>
          <a:p>
            <a:pPr marL="0" lvl="0" indent="0" algn="l" rtl="0">
              <a:lnSpc>
                <a:spcPct val="114000"/>
              </a:lnSpc>
              <a:spcBef>
                <a:spcPts val="0"/>
              </a:spcBef>
              <a:spcAft>
                <a:spcPts val="0"/>
              </a:spcAft>
              <a:buClr>
                <a:srgbClr val="3F3F3F"/>
              </a:buClr>
              <a:buSzPts val="2000"/>
              <a:buNone/>
            </a:pPr>
            <a:r>
              <a:rPr lang="en-US"/>
              <a:t>ICA and PCA are the same techniques with different names.</a:t>
            </a:r>
            <a:endParaRPr/>
          </a:p>
        </p:txBody>
      </p:sp>
      <p:sp>
        <p:nvSpPr>
          <p:cNvPr id="245" name="Google Shape;245;p127"/>
          <p:cNvSpPr txBox="1">
            <a:spLocks noGrp="1"/>
          </p:cNvSpPr>
          <p:nvPr>
            <p:ph type="body" idx="2"/>
          </p:nvPr>
        </p:nvSpPr>
        <p:spPr>
          <a:xfrm>
            <a:off x="2334566" y="3629064"/>
            <a:ext cx="11250600" cy="836700"/>
          </a:xfrm>
          <a:prstGeom prst="rect">
            <a:avLst/>
          </a:prstGeom>
          <a:noFill/>
          <a:ln>
            <a:noFill/>
          </a:ln>
        </p:spPr>
        <p:txBody>
          <a:bodyPr spcFirstLastPara="1" wrap="square" lIns="91425" tIns="45700" rIns="91425" bIns="45700" anchor="t" anchorCtr="0">
            <a:normAutofit/>
          </a:bodyPr>
          <a:lstStyle/>
          <a:p>
            <a:pPr marL="0" lvl="0" indent="0" algn="l" rtl="0">
              <a:lnSpc>
                <a:spcPct val="114000"/>
              </a:lnSpc>
              <a:spcBef>
                <a:spcPts val="0"/>
              </a:spcBef>
              <a:spcAft>
                <a:spcPts val="0"/>
              </a:spcAft>
              <a:buClr>
                <a:srgbClr val="3F3F3F"/>
              </a:buClr>
              <a:buSzPts val="2000"/>
              <a:buNone/>
            </a:pPr>
            <a:r>
              <a:rPr lang="en-US"/>
              <a:t>ICA is used for supervised learning, while PCA is used for unsupervised learning.</a:t>
            </a:r>
            <a:endParaRPr/>
          </a:p>
        </p:txBody>
      </p:sp>
      <p:sp>
        <p:nvSpPr>
          <p:cNvPr id="246" name="Google Shape;246;p127"/>
          <p:cNvSpPr txBox="1">
            <a:spLocks noGrp="1"/>
          </p:cNvSpPr>
          <p:nvPr>
            <p:ph type="body" idx="3"/>
          </p:nvPr>
        </p:nvSpPr>
        <p:spPr>
          <a:xfrm>
            <a:off x="2334566" y="4568181"/>
            <a:ext cx="11250600" cy="836700"/>
          </a:xfrm>
          <a:prstGeom prst="rect">
            <a:avLst/>
          </a:prstGeom>
          <a:noFill/>
          <a:ln>
            <a:noFill/>
          </a:ln>
        </p:spPr>
        <p:txBody>
          <a:bodyPr spcFirstLastPara="1" wrap="square" lIns="91425" tIns="45700" rIns="91425" bIns="45700" anchor="t" anchorCtr="0">
            <a:normAutofit/>
          </a:bodyPr>
          <a:lstStyle/>
          <a:p>
            <a:pPr marL="0" lvl="0" indent="0" algn="l" rtl="0">
              <a:lnSpc>
                <a:spcPct val="114000"/>
              </a:lnSpc>
              <a:spcBef>
                <a:spcPts val="0"/>
              </a:spcBef>
              <a:spcAft>
                <a:spcPts val="0"/>
              </a:spcAft>
              <a:buClr>
                <a:srgbClr val="3F3F3F"/>
              </a:buClr>
              <a:buSzPts val="2000"/>
              <a:buNone/>
            </a:pPr>
            <a:r>
              <a:rPr lang="en-US"/>
              <a:t>ICA focuses on maximizing the independence of components, while PCA focuses on maximizing the variance of data points.</a:t>
            </a:r>
            <a:endParaRPr/>
          </a:p>
        </p:txBody>
      </p:sp>
      <p:sp>
        <p:nvSpPr>
          <p:cNvPr id="247" name="Google Shape;247;p127"/>
          <p:cNvSpPr txBox="1">
            <a:spLocks noGrp="1"/>
          </p:cNvSpPr>
          <p:nvPr>
            <p:ph type="body" idx="4"/>
          </p:nvPr>
        </p:nvSpPr>
        <p:spPr>
          <a:xfrm>
            <a:off x="2338682" y="5511422"/>
            <a:ext cx="11250600" cy="836700"/>
          </a:xfrm>
          <a:prstGeom prst="rect">
            <a:avLst/>
          </a:prstGeom>
          <a:noFill/>
          <a:ln>
            <a:noFill/>
          </a:ln>
        </p:spPr>
        <p:txBody>
          <a:bodyPr spcFirstLastPara="1" wrap="square" lIns="91425" tIns="45700" rIns="91425" bIns="45700" anchor="t" anchorCtr="0">
            <a:normAutofit/>
          </a:bodyPr>
          <a:lstStyle/>
          <a:p>
            <a:pPr marL="0" lvl="0" indent="0" algn="l" rtl="0">
              <a:lnSpc>
                <a:spcPct val="114000"/>
              </a:lnSpc>
              <a:spcBef>
                <a:spcPts val="0"/>
              </a:spcBef>
              <a:spcAft>
                <a:spcPts val="0"/>
              </a:spcAft>
              <a:buClr>
                <a:srgbClr val="3F3F3F"/>
              </a:buClr>
              <a:buSzPts val="2000"/>
              <a:buNone/>
            </a:pPr>
            <a:r>
              <a:rPr lang="en-US"/>
              <a:t>ICA and PCA are both used for data reduction in machine learning.</a:t>
            </a:r>
            <a:endParaRPr/>
          </a:p>
        </p:txBody>
      </p:sp>
      <p:sp>
        <p:nvSpPr>
          <p:cNvPr id="248" name="Google Shape;248;p127"/>
          <p:cNvSpPr txBox="1">
            <a:spLocks noGrp="1"/>
          </p:cNvSpPr>
          <p:nvPr>
            <p:ph type="body" idx="5"/>
          </p:nvPr>
        </p:nvSpPr>
        <p:spPr>
          <a:xfrm>
            <a:off x="2967015" y="578759"/>
            <a:ext cx="12401700" cy="1446900"/>
          </a:xfrm>
          <a:prstGeom prst="rect">
            <a:avLst/>
          </a:prstGeom>
          <a:noFill/>
          <a:ln>
            <a:noFill/>
          </a:ln>
        </p:spPr>
        <p:txBody>
          <a:bodyPr spcFirstLastPara="1" wrap="square" lIns="91425" tIns="45700" rIns="91425" bIns="45700" anchor="ctr" anchorCtr="0">
            <a:normAutofit/>
          </a:bodyPr>
          <a:lstStyle/>
          <a:p>
            <a:pPr marL="0" lvl="0" indent="0" algn="l" rtl="0">
              <a:lnSpc>
                <a:spcPct val="114000"/>
              </a:lnSpc>
              <a:spcBef>
                <a:spcPts val="0"/>
              </a:spcBef>
              <a:spcAft>
                <a:spcPts val="0"/>
              </a:spcAft>
              <a:buClr>
                <a:srgbClr val="3F3F3F"/>
              </a:buClr>
              <a:buSzPts val="2200"/>
              <a:buNone/>
            </a:pPr>
            <a:r>
              <a:rPr lang="en-US"/>
              <a:t>How does ICA differ from PCA?</a:t>
            </a:r>
            <a:endParaRPr/>
          </a:p>
        </p:txBody>
      </p:sp>
      <p:sp>
        <p:nvSpPr>
          <p:cNvPr id="249" name="Google Shape;249;p127"/>
          <p:cNvSpPr txBox="1">
            <a:spLocks noGrp="1"/>
          </p:cNvSpPr>
          <p:nvPr>
            <p:ph type="body" idx="6"/>
          </p:nvPr>
        </p:nvSpPr>
        <p:spPr>
          <a:xfrm>
            <a:off x="1562390" y="1193800"/>
            <a:ext cx="1135200" cy="830400"/>
          </a:xfrm>
          <a:prstGeom prst="rect">
            <a:avLst/>
          </a:prstGeom>
          <a:noFill/>
          <a:ln>
            <a:noFill/>
          </a:ln>
        </p:spPr>
        <p:txBody>
          <a:bodyPr spcFirstLastPara="1" wrap="square" lIns="91425" tIns="45700" rIns="91425" bIns="45700" anchor="ctr" anchorCtr="0">
            <a:normAutofit/>
          </a:bodyPr>
          <a:lstStyle/>
          <a:p>
            <a:pPr marL="0" lvl="0" indent="0" algn="ctr" rtl="0">
              <a:lnSpc>
                <a:spcPct val="114000"/>
              </a:lnSpc>
              <a:spcBef>
                <a:spcPts val="0"/>
              </a:spcBef>
              <a:spcAft>
                <a:spcPts val="0"/>
              </a:spcAft>
              <a:buClr>
                <a:schemeClr val="lt1"/>
              </a:buClr>
              <a:buSzPts val="2200"/>
              <a:buNone/>
            </a:pPr>
            <a:r>
              <a:rPr lang="en-US"/>
              <a:t>3</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128"/>
          <p:cNvSpPr txBox="1">
            <a:spLocks noGrp="1"/>
          </p:cNvSpPr>
          <p:nvPr>
            <p:ph type="body" idx="1"/>
          </p:nvPr>
        </p:nvSpPr>
        <p:spPr>
          <a:xfrm>
            <a:off x="3251201" y="7277661"/>
            <a:ext cx="8834400" cy="584100"/>
          </a:xfrm>
          <a:prstGeom prst="rect">
            <a:avLst/>
          </a:prstGeom>
          <a:noFill/>
          <a:ln>
            <a:noFill/>
          </a:ln>
        </p:spPr>
        <p:txBody>
          <a:bodyPr spcFirstLastPara="1" wrap="square" lIns="91425" tIns="45700" rIns="91425" bIns="45700" anchor="ctr" anchorCtr="0">
            <a:normAutofit/>
          </a:bodyPr>
          <a:lstStyle/>
          <a:p>
            <a:pPr marL="0" lvl="0" indent="0" algn="l" rtl="0">
              <a:lnSpc>
                <a:spcPct val="114000"/>
              </a:lnSpc>
              <a:spcBef>
                <a:spcPts val="0"/>
              </a:spcBef>
              <a:spcAft>
                <a:spcPts val="0"/>
              </a:spcAft>
              <a:buClr>
                <a:srgbClr val="024F93"/>
              </a:buClr>
              <a:buSzPts val="2000"/>
              <a:buNone/>
            </a:pPr>
            <a:r>
              <a:rPr lang="en-US"/>
              <a:t>C</a:t>
            </a:r>
            <a:endParaRPr/>
          </a:p>
        </p:txBody>
      </p:sp>
      <p:sp>
        <p:nvSpPr>
          <p:cNvPr id="255" name="Google Shape;255;p128"/>
          <p:cNvSpPr txBox="1">
            <a:spLocks noGrp="1"/>
          </p:cNvSpPr>
          <p:nvPr>
            <p:ph type="body" idx="2"/>
          </p:nvPr>
        </p:nvSpPr>
        <p:spPr>
          <a:xfrm>
            <a:off x="669925" y="7935913"/>
            <a:ext cx="13095300" cy="1005000"/>
          </a:xfrm>
          <a:prstGeom prst="rect">
            <a:avLst/>
          </a:prstGeom>
          <a:noFill/>
          <a:ln>
            <a:noFill/>
          </a:ln>
        </p:spPr>
        <p:txBody>
          <a:bodyPr spcFirstLastPara="1" wrap="square" lIns="91425" tIns="45700" rIns="91425" bIns="45700" anchor="t" anchorCtr="0">
            <a:normAutofit/>
          </a:bodyPr>
          <a:lstStyle/>
          <a:p>
            <a:pPr marL="0" lvl="0" indent="0" algn="l" rtl="0">
              <a:lnSpc>
                <a:spcPct val="114000"/>
              </a:lnSpc>
              <a:spcBef>
                <a:spcPts val="0"/>
              </a:spcBef>
              <a:spcAft>
                <a:spcPts val="0"/>
              </a:spcAft>
              <a:buClr>
                <a:srgbClr val="3F3F3F"/>
              </a:buClr>
              <a:buSzPts val="2000"/>
              <a:buNone/>
            </a:pPr>
            <a:r>
              <a:rPr lang="en-US"/>
              <a:t>ICA focuses on maximizing the independence of components, while PCA focuses on maximizing the variance of data points.</a:t>
            </a:r>
            <a:endParaRPr/>
          </a:p>
        </p:txBody>
      </p:sp>
      <p:sp>
        <p:nvSpPr>
          <p:cNvPr id="256" name="Google Shape;256;p128"/>
          <p:cNvSpPr txBox="1">
            <a:spLocks noGrp="1"/>
          </p:cNvSpPr>
          <p:nvPr>
            <p:ph type="body" idx="3"/>
          </p:nvPr>
        </p:nvSpPr>
        <p:spPr>
          <a:xfrm>
            <a:off x="2338682" y="5511422"/>
            <a:ext cx="11250600" cy="836700"/>
          </a:xfrm>
          <a:prstGeom prst="rect">
            <a:avLst/>
          </a:prstGeom>
          <a:noFill/>
          <a:ln>
            <a:noFill/>
          </a:ln>
        </p:spPr>
        <p:txBody>
          <a:bodyPr spcFirstLastPara="1" wrap="square" lIns="91425" tIns="45700" rIns="91425" bIns="45700" anchor="t" anchorCtr="0">
            <a:normAutofit/>
          </a:bodyPr>
          <a:lstStyle/>
          <a:p>
            <a:pPr marL="0" lvl="0" indent="0" algn="l" rtl="0">
              <a:lnSpc>
                <a:spcPct val="114000"/>
              </a:lnSpc>
              <a:spcBef>
                <a:spcPts val="0"/>
              </a:spcBef>
              <a:spcAft>
                <a:spcPts val="0"/>
              </a:spcAft>
              <a:buClr>
                <a:srgbClr val="3F3F3F"/>
              </a:buClr>
              <a:buSzPts val="2000"/>
              <a:buNone/>
            </a:pPr>
            <a:r>
              <a:rPr lang="en-US"/>
              <a:t>ICA and PCA are both used for data reduction in machine learning.</a:t>
            </a:r>
            <a:endParaRPr/>
          </a:p>
        </p:txBody>
      </p:sp>
      <p:sp>
        <p:nvSpPr>
          <p:cNvPr id="257" name="Google Shape;257;p128"/>
          <p:cNvSpPr txBox="1">
            <a:spLocks noGrp="1"/>
          </p:cNvSpPr>
          <p:nvPr>
            <p:ph type="body" idx="4"/>
          </p:nvPr>
        </p:nvSpPr>
        <p:spPr>
          <a:xfrm>
            <a:off x="2334566" y="4568181"/>
            <a:ext cx="11250600" cy="836700"/>
          </a:xfrm>
          <a:prstGeom prst="rect">
            <a:avLst/>
          </a:prstGeom>
          <a:noFill/>
          <a:ln>
            <a:noFill/>
          </a:ln>
        </p:spPr>
        <p:txBody>
          <a:bodyPr spcFirstLastPara="1" wrap="square" lIns="91425" tIns="45700" rIns="91425" bIns="45700" anchor="t" anchorCtr="0">
            <a:normAutofit/>
          </a:bodyPr>
          <a:lstStyle/>
          <a:p>
            <a:pPr marL="0" lvl="0" indent="0" algn="l" rtl="0">
              <a:lnSpc>
                <a:spcPct val="114000"/>
              </a:lnSpc>
              <a:spcBef>
                <a:spcPts val="0"/>
              </a:spcBef>
              <a:spcAft>
                <a:spcPts val="0"/>
              </a:spcAft>
              <a:buClr>
                <a:srgbClr val="3F3F3F"/>
              </a:buClr>
              <a:buSzPts val="2000"/>
              <a:buNone/>
            </a:pPr>
            <a:r>
              <a:rPr lang="en-US"/>
              <a:t>ICA focuses on maximizing the independence of components, while PCA focuses on maximizing the variance of data points.</a:t>
            </a:r>
            <a:endParaRPr/>
          </a:p>
        </p:txBody>
      </p:sp>
      <p:sp>
        <p:nvSpPr>
          <p:cNvPr id="258" name="Google Shape;258;p128"/>
          <p:cNvSpPr txBox="1">
            <a:spLocks noGrp="1"/>
          </p:cNvSpPr>
          <p:nvPr>
            <p:ph type="body" idx="5"/>
          </p:nvPr>
        </p:nvSpPr>
        <p:spPr>
          <a:xfrm>
            <a:off x="2334566" y="3629064"/>
            <a:ext cx="11250600" cy="836700"/>
          </a:xfrm>
          <a:prstGeom prst="rect">
            <a:avLst/>
          </a:prstGeom>
          <a:noFill/>
          <a:ln>
            <a:noFill/>
          </a:ln>
        </p:spPr>
        <p:txBody>
          <a:bodyPr spcFirstLastPara="1" wrap="square" lIns="91425" tIns="45700" rIns="91425" bIns="45700" anchor="t" anchorCtr="0">
            <a:normAutofit/>
          </a:bodyPr>
          <a:lstStyle/>
          <a:p>
            <a:pPr marL="0" lvl="0" indent="0" algn="l" rtl="0">
              <a:lnSpc>
                <a:spcPct val="114000"/>
              </a:lnSpc>
              <a:spcBef>
                <a:spcPts val="0"/>
              </a:spcBef>
              <a:spcAft>
                <a:spcPts val="0"/>
              </a:spcAft>
              <a:buClr>
                <a:srgbClr val="3F3F3F"/>
              </a:buClr>
              <a:buSzPts val="2000"/>
              <a:buNone/>
            </a:pPr>
            <a:r>
              <a:rPr lang="en-US"/>
              <a:t>ICA is used for supervised learning, while PCA is used for unsupervised learning.</a:t>
            </a:r>
            <a:endParaRPr/>
          </a:p>
        </p:txBody>
      </p:sp>
      <p:sp>
        <p:nvSpPr>
          <p:cNvPr id="259" name="Google Shape;259;p128"/>
          <p:cNvSpPr txBox="1">
            <a:spLocks noGrp="1"/>
          </p:cNvSpPr>
          <p:nvPr>
            <p:ph type="body" idx="6"/>
          </p:nvPr>
        </p:nvSpPr>
        <p:spPr>
          <a:xfrm>
            <a:off x="2330450" y="2698180"/>
            <a:ext cx="11250600" cy="836700"/>
          </a:xfrm>
          <a:prstGeom prst="rect">
            <a:avLst/>
          </a:prstGeom>
          <a:noFill/>
          <a:ln>
            <a:noFill/>
          </a:ln>
        </p:spPr>
        <p:txBody>
          <a:bodyPr spcFirstLastPara="1" wrap="square" lIns="91425" tIns="45700" rIns="91425" bIns="45700" anchor="t" anchorCtr="0">
            <a:normAutofit/>
          </a:bodyPr>
          <a:lstStyle/>
          <a:p>
            <a:pPr marL="0" lvl="0" indent="0" algn="l" rtl="0">
              <a:lnSpc>
                <a:spcPct val="114000"/>
              </a:lnSpc>
              <a:spcBef>
                <a:spcPts val="0"/>
              </a:spcBef>
              <a:spcAft>
                <a:spcPts val="0"/>
              </a:spcAft>
              <a:buClr>
                <a:srgbClr val="3F3F3F"/>
              </a:buClr>
              <a:buSzPts val="2000"/>
              <a:buNone/>
            </a:pPr>
            <a:r>
              <a:rPr lang="en-US"/>
              <a:t>ICA and PCA are the same techniques with different names.</a:t>
            </a:r>
            <a:endParaRPr/>
          </a:p>
        </p:txBody>
      </p:sp>
      <p:sp>
        <p:nvSpPr>
          <p:cNvPr id="260" name="Google Shape;260;p128"/>
          <p:cNvSpPr txBox="1">
            <a:spLocks noGrp="1"/>
          </p:cNvSpPr>
          <p:nvPr>
            <p:ph type="body" idx="7"/>
          </p:nvPr>
        </p:nvSpPr>
        <p:spPr>
          <a:xfrm>
            <a:off x="1562100" y="1193800"/>
            <a:ext cx="1135200" cy="830400"/>
          </a:xfrm>
          <a:prstGeom prst="rect">
            <a:avLst/>
          </a:prstGeom>
          <a:noFill/>
          <a:ln>
            <a:noFill/>
          </a:ln>
        </p:spPr>
        <p:txBody>
          <a:bodyPr spcFirstLastPara="1" wrap="square" lIns="91425" tIns="45700" rIns="91425" bIns="45700" anchor="ctr" anchorCtr="0">
            <a:normAutofit/>
          </a:bodyPr>
          <a:lstStyle/>
          <a:p>
            <a:pPr marL="0" lvl="0" indent="0" algn="ctr" rtl="0">
              <a:lnSpc>
                <a:spcPct val="114000"/>
              </a:lnSpc>
              <a:spcBef>
                <a:spcPts val="0"/>
              </a:spcBef>
              <a:spcAft>
                <a:spcPts val="0"/>
              </a:spcAft>
              <a:buClr>
                <a:schemeClr val="lt1"/>
              </a:buClr>
              <a:buSzPts val="2200"/>
              <a:buNone/>
            </a:pPr>
            <a:r>
              <a:rPr lang="en-US"/>
              <a:t>3</a:t>
            </a:r>
            <a:endParaRPr/>
          </a:p>
        </p:txBody>
      </p:sp>
      <p:sp>
        <p:nvSpPr>
          <p:cNvPr id="261" name="Google Shape;261;p128"/>
          <p:cNvSpPr txBox="1">
            <a:spLocks noGrp="1"/>
          </p:cNvSpPr>
          <p:nvPr>
            <p:ph type="body" idx="8"/>
          </p:nvPr>
        </p:nvSpPr>
        <p:spPr>
          <a:xfrm>
            <a:off x="2967015" y="578759"/>
            <a:ext cx="12401700" cy="1446900"/>
          </a:xfrm>
          <a:prstGeom prst="rect">
            <a:avLst/>
          </a:prstGeom>
          <a:noFill/>
          <a:ln>
            <a:noFill/>
          </a:ln>
        </p:spPr>
        <p:txBody>
          <a:bodyPr spcFirstLastPara="1" wrap="square" lIns="91425" tIns="45700" rIns="91425" bIns="45700" anchor="ctr" anchorCtr="0">
            <a:normAutofit/>
          </a:bodyPr>
          <a:lstStyle/>
          <a:p>
            <a:pPr marL="0" lvl="0" indent="0" algn="l" rtl="0">
              <a:lnSpc>
                <a:spcPct val="114000"/>
              </a:lnSpc>
              <a:spcBef>
                <a:spcPts val="0"/>
              </a:spcBef>
              <a:spcAft>
                <a:spcPts val="0"/>
              </a:spcAft>
              <a:buClr>
                <a:srgbClr val="3F3F3F"/>
              </a:buClr>
              <a:buSzPts val="2200"/>
              <a:buNone/>
            </a:pPr>
            <a:r>
              <a:rPr lang="en-US"/>
              <a:t>How does ICA differ from PCA?</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p129"/>
          <p:cNvSpPr txBox="1">
            <a:spLocks noGrp="1"/>
          </p:cNvSpPr>
          <p:nvPr>
            <p:ph type="body" idx="1"/>
          </p:nvPr>
        </p:nvSpPr>
        <p:spPr>
          <a:xfrm>
            <a:off x="0" y="4114800"/>
            <a:ext cx="16256100" cy="914400"/>
          </a:xfrm>
          <a:prstGeom prst="rect">
            <a:avLst/>
          </a:prstGeom>
          <a:noFill/>
          <a:ln>
            <a:noFill/>
          </a:ln>
        </p:spPr>
        <p:txBody>
          <a:bodyPr spcFirstLastPara="1" wrap="square" lIns="91425" tIns="91425" rIns="91425" bIns="91425" anchor="t" anchorCtr="0">
            <a:noAutofit/>
          </a:bodyPr>
          <a:lstStyle/>
          <a:p>
            <a:pPr marL="0" lvl="0" indent="0" algn="ctr" rtl="0">
              <a:lnSpc>
                <a:spcPct val="114000"/>
              </a:lnSpc>
              <a:spcBef>
                <a:spcPts val="0"/>
              </a:spcBef>
              <a:spcAft>
                <a:spcPts val="0"/>
              </a:spcAft>
              <a:buClr>
                <a:srgbClr val="404040"/>
              </a:buClr>
              <a:buSzPts val="2800"/>
              <a:buNone/>
            </a:pPr>
            <a:r>
              <a:rPr lang="en-US"/>
              <a:t>Thank You!</a:t>
            </a:r>
            <a:endParaRPr/>
          </a:p>
        </p:txBody>
      </p:sp>
    </p:spTree>
  </p:cSld>
  <p:clrMapOvr>
    <a:masterClrMapping/>
  </p:clrMapOvr>
</p:sld>
</file>

<file path=ppt/theme/theme1.xml><?xml version="1.0" encoding="utf-8"?>
<a:theme xmlns:a="http://schemas.openxmlformats.org/drawingml/2006/main" name="2023_LVC">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189</TotalTime>
  <Words>423</Words>
  <Application>Microsoft Office PowerPoint</Application>
  <PresentationFormat>Custom</PresentationFormat>
  <Paragraphs>43</Paragraphs>
  <Slides>8</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Calibri</vt:lpstr>
      <vt:lpstr>Arial</vt:lpstr>
      <vt:lpstr>Courier New</vt:lpstr>
      <vt:lpstr>Open Sans</vt:lpstr>
      <vt:lpstr>2023_LVC</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Alok Parashar</dc:creator>
  <cp:lastModifiedBy>Aniket Fulari</cp:lastModifiedBy>
  <cp:revision>8</cp:revision>
  <dcterms:created xsi:type="dcterms:W3CDTF">2023-05-19T12:36:11Z</dcterms:created>
  <dcterms:modified xsi:type="dcterms:W3CDTF">2025-01-09T11:15:54Z</dcterms:modified>
</cp:coreProperties>
</file>