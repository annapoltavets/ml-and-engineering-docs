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0"/>
  </p:notesMasterIdLst>
  <p:sldIdLst>
    <p:sldId id="297" r:id="rId2"/>
    <p:sldId id="257" r:id="rId3"/>
    <p:sldId id="408" r:id="rId4"/>
    <p:sldId id="409" r:id="rId5"/>
    <p:sldId id="412" r:id="rId6"/>
    <p:sldId id="344" r:id="rId7"/>
    <p:sldId id="411" r:id="rId8"/>
    <p:sldId id="305" r:id="rId9"/>
  </p:sldIdLst>
  <p:sldSz cx="16256000" cy="9144000"/>
  <p:notesSz cx="6858000" cy="914400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6O+LSIrXqugjPhqJcqZDoQ==" hashData="+0iDl+hfc7JGYzxJVPlG3vsHZ9O4fc486/g+q4HVTX4jCHh2eDnQAlsPvIC6ISI3sQP/nJF3aeeER2R/OD2A7w=="/>
  <p:extLst>
    <p:ext uri="{EFAFB233-063F-42B5-8137-9DF3F51BA10A}">
      <p15:sldGuideLst xmlns:p15="http://schemas.microsoft.com/office/powerpoint/2012/main">
        <p15:guide id="1" orient="horz" pos="226" userDrawn="1">
          <p15:clr>
            <a:srgbClr val="A4A3A4"/>
          </p15:clr>
        </p15:guide>
        <p15:guide id="2" orient="horz" pos="431" userDrawn="1">
          <p15:clr>
            <a:srgbClr val="A4A3A4"/>
          </p15:clr>
        </p15:guide>
        <p15:guide id="3" orient="horz" pos="521" userDrawn="1">
          <p15:clr>
            <a:srgbClr val="A4A3A4"/>
          </p15:clr>
        </p15:guide>
        <p15:guide id="4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F93"/>
    <a:srgbClr val="3D9CD8"/>
    <a:srgbClr val="A8D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743" autoAdjust="0"/>
  </p:normalViewPr>
  <p:slideViewPr>
    <p:cSldViewPr snapToGrid="0" showGuides="1">
      <p:cViewPr varScale="1">
        <p:scale>
          <a:sx n="45" d="100"/>
          <a:sy n="45" d="100"/>
        </p:scale>
        <p:origin x="1086" y="66"/>
      </p:cViewPr>
      <p:guideLst>
        <p:guide orient="horz" pos="226"/>
        <p:guide orient="horz" pos="431"/>
        <p:guide orient="horz" pos="521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81794-B535-4C48-BBE8-526578888544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900C1-7326-4B4D-9C4E-22E7230B6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7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9" name="Google Shape;1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b="0" i="0" dirty="0">
                <a:solidFill>
                  <a:srgbClr val="222222"/>
                </a:solidFill>
                <a:latin typeface="Tahoma"/>
                <a:ea typeface="Tahoma"/>
                <a:cs typeface="Tahoma"/>
                <a:sym typeface="Tahoma"/>
              </a:rPr>
              <a:t>This lesson will take you through </a:t>
            </a:r>
            <a:r>
              <a:rPr lang="en-US" sz="1200" b="0" i="0" u="none" strike="noStrike" dirty="0">
                <a:solidFill>
                  <a:srgbClr val="FFFFFF"/>
                </a:solidFill>
                <a:effectLst/>
                <a:latin typeface="Open Sans" panose="020B0606030504020204" pitchFamily="34" charset="0"/>
                <a:ea typeface="Tahoma"/>
                <a:cs typeface="Tahoma"/>
                <a:sym typeface="Tahoma"/>
              </a:rPr>
              <a:t>course introduction of machine learning</a:t>
            </a:r>
            <a:endParaRPr dirty="0"/>
          </a:p>
        </p:txBody>
      </p:sp>
      <p:sp>
        <p:nvSpPr>
          <p:cNvPr id="175" name="Google Shape;17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1363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This slide is self explanatory.</a:t>
            </a:r>
            <a:endParaRPr dirty="0"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94745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This slide is self explanatory.</a:t>
            </a:r>
            <a:endParaRPr dirty="0"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1519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9844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Hands-on exercises </a:t>
            </a:r>
            <a:r>
              <a:rPr lang="en-US" sz="120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to practice the knowledge gained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Course end project </a:t>
            </a:r>
            <a:r>
              <a:rPr lang="en-US" sz="120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to apply the skills acquired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Ebooks </a:t>
            </a:r>
            <a:r>
              <a:rPr lang="en-US" sz="120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to use a quick reference guides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7035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1" name="Google Shape;771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7463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8;p22">
            <a:extLst>
              <a:ext uri="{FF2B5EF4-FFF2-40B4-BE49-F238E27FC236}">
                <a16:creationId xmlns:a16="http://schemas.microsoft.com/office/drawing/2014/main" id="{7B4145C4-EE9A-4056-4B60-0881CACD0193}"/>
              </a:ext>
            </a:extLst>
          </p:cNvPr>
          <p:cNvPicPr preferRelativeResize="0"/>
          <p:nvPr userDrawn="1"/>
        </p:nvPicPr>
        <p:blipFill>
          <a:blip r:embed="rId3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4;p23">
            <a:extLst>
              <a:ext uri="{FF2B5EF4-FFF2-40B4-BE49-F238E27FC236}">
                <a16:creationId xmlns:a16="http://schemas.microsoft.com/office/drawing/2014/main" id="{CE57947D-DBAC-21DB-73BE-F78F1726973A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lvl="0" indent="0" algn="ctr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800" b="1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1628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 Name" preserve="1" userDrawn="1">
  <p:cSld name="Lesson Nam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3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4;p23">
            <a:extLst>
              <a:ext uri="{FF2B5EF4-FFF2-40B4-BE49-F238E27FC236}">
                <a16:creationId xmlns:a16="http://schemas.microsoft.com/office/drawing/2014/main" id="{0FE0BEE1-B2B3-D8AE-8B21-7B4BAC91C14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lvl="0" indent="0" algn="ctr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800" b="1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9918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ou Already Know" preserve="1" userDrawn="1">
  <p:cSld name="You Already Know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4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4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9;p24">
            <a:extLst>
              <a:ext uri="{FF2B5EF4-FFF2-40B4-BE49-F238E27FC236}">
                <a16:creationId xmlns:a16="http://schemas.microsoft.com/office/drawing/2014/main" id="{45805213-5148-C374-0B6A-FBC7DF66B8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</a:pPr>
            <a:endParaRPr dirty="0"/>
          </a:p>
        </p:txBody>
      </p:sp>
      <p:sp>
        <p:nvSpPr>
          <p:cNvPr id="5" name="Google Shape;73;p29">
            <a:extLst>
              <a:ext uri="{FF2B5EF4-FFF2-40B4-BE49-F238E27FC236}">
                <a16:creationId xmlns:a16="http://schemas.microsoft.com/office/drawing/2014/main" id="{A329659F-8931-D1BF-F644-B58CEC7A819F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9249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120">
          <p15:clr>
            <a:srgbClr val="00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You_already_kn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6;p24">
            <a:extLst>
              <a:ext uri="{FF2B5EF4-FFF2-40B4-BE49-F238E27FC236}">
                <a16:creationId xmlns:a16="http://schemas.microsoft.com/office/drawing/2014/main" id="{6F1C32AD-6E65-45D9-86A4-DCDE0D32768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0;p24">
            <a:extLst>
              <a:ext uri="{FF2B5EF4-FFF2-40B4-BE49-F238E27FC236}">
                <a16:creationId xmlns:a16="http://schemas.microsoft.com/office/drawing/2014/main" id="{26A301A2-0292-1A51-1C40-16AB99F30AB7}"/>
              </a:ext>
            </a:extLst>
          </p:cNvPr>
          <p:cNvSpPr/>
          <p:nvPr userDrawn="1"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0BBD519-6780-E29A-51F9-BC84AACECB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0783" y="1512887"/>
            <a:ext cx="13732042" cy="6618287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431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ap" preserve="1" userDrawn="1">
  <p:cSld name="Recap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5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25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6" name="Google Shape;36;p25"/>
          <p:cNvSpPr/>
          <p:nvPr/>
        </p:nvSpPr>
        <p:spPr>
          <a:xfrm>
            <a:off x="352712" y="438867"/>
            <a:ext cx="240496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Recap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73;p29">
            <a:extLst>
              <a:ext uri="{FF2B5EF4-FFF2-40B4-BE49-F238E27FC236}">
                <a16:creationId xmlns:a16="http://schemas.microsoft.com/office/drawing/2014/main" id="{BA8E9C16-575E-F214-D660-349F8CD58800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 dirty="0"/>
          </a:p>
        </p:txBody>
      </p:sp>
      <p:sp>
        <p:nvSpPr>
          <p:cNvPr id="13" name="Google Shape;29;p24">
            <a:extLst>
              <a:ext uri="{FF2B5EF4-FFF2-40B4-BE49-F238E27FC236}">
                <a16:creationId xmlns:a16="http://schemas.microsoft.com/office/drawing/2014/main" id="{A8352C58-E1B7-7AF5-20DA-4A18ECBF310C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2430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day in the life" preserve="1" userDrawn="1">
  <p:cSld name="A day in the lif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03379F-6615-3946-F3DC-84DD58EC0F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</p:spPr>
      </p:pic>
      <p:sp>
        <p:nvSpPr>
          <p:cNvPr id="6" name="Google Shape;73;p29">
            <a:extLst>
              <a:ext uri="{FF2B5EF4-FFF2-40B4-BE49-F238E27FC236}">
                <a16:creationId xmlns:a16="http://schemas.microsoft.com/office/drawing/2014/main" id="{47D8B3EC-6FC1-1D8C-89C7-6C535510F2D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 dirty="0"/>
          </a:p>
        </p:txBody>
      </p:sp>
      <p:sp>
        <p:nvSpPr>
          <p:cNvPr id="7" name="Google Shape;29;p24">
            <a:extLst>
              <a:ext uri="{FF2B5EF4-FFF2-40B4-BE49-F238E27FC236}">
                <a16:creationId xmlns:a16="http://schemas.microsoft.com/office/drawing/2014/main" id="{1D6B2300-6D1F-B115-8FF6-63B469079D08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 dirty="0"/>
          </a:p>
        </p:txBody>
      </p:sp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A8ED1C70-09C3-3416-0187-C1611F8017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2810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_for_Aday_Rec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73;p29">
            <a:extLst>
              <a:ext uri="{FF2B5EF4-FFF2-40B4-BE49-F238E27FC236}">
                <a16:creationId xmlns:a16="http://schemas.microsoft.com/office/drawing/2014/main" id="{B3939B18-51C6-B760-9847-DBF969067996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512833"/>
            <a:ext cx="10807533" cy="903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/>
            </a:lvl1pPr>
          </a:lstStyle>
          <a:p>
            <a:pPr marL="228600" lvl="0" indent="-228600"/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4B5EF1-B91C-9C3A-2571-75C7A1B0B8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4550" y="2603500"/>
            <a:ext cx="10807700" cy="5538468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31808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rning Objectives" preserve="1" userDrawn="1">
  <p:cSld name="Learning Objectiv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7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</p:spPr>
      </p:pic>
      <p:sp>
        <p:nvSpPr>
          <p:cNvPr id="47" name="Google Shape;47;p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Learning Objectives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8944" y="1933649"/>
            <a:ext cx="7888027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By the end of this lesson, you will be able to:</a:t>
            </a:r>
            <a:endParaRPr/>
          </a:p>
        </p:txBody>
      </p:sp>
      <p:sp>
        <p:nvSpPr>
          <p:cNvPr id="5" name="Brandline_LVC">
            <a:extLst>
              <a:ext uri="{FF2B5EF4-FFF2-40B4-BE49-F238E27FC236}">
                <a16:creationId xmlns:a16="http://schemas.microsoft.com/office/drawing/2014/main" id="{78567AD7-7BF8-45E8-DB3F-F2D6FE361A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67652" y="837660"/>
            <a:ext cx="4391501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384E7AB-95CF-3870-72EE-80D1C6CB17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32875" y="2758746"/>
            <a:ext cx="9036000" cy="10116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GB" dirty="0"/>
            </a:lvl1pPr>
          </a:lstStyle>
          <a:p>
            <a:pPr marL="228600" lvl="0" indent="-228600">
              <a:spcBef>
                <a:spcPts val="0"/>
              </a:spcBef>
            </a:pPr>
            <a:r>
              <a:rPr lang="en-GB" dirty="0"/>
              <a:t>Click to add 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0792C23-1841-F349-D944-8E77CAED48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32356" y="3558751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746234C-6D4D-7050-90E1-5A68C85239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31837" y="4383470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F9AB914-01CE-78D6-02EB-58EA39C5A1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2873" y="5195833"/>
            <a:ext cx="9034445" cy="1010072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 dirty="0"/>
              <a:t>Click to add text</a:t>
            </a:r>
          </a:p>
        </p:txBody>
      </p:sp>
      <p:grpSp>
        <p:nvGrpSpPr>
          <p:cNvPr id="13" name="Group 12" hidden="1">
            <a:extLst>
              <a:ext uri="{FF2B5EF4-FFF2-40B4-BE49-F238E27FC236}">
                <a16:creationId xmlns:a16="http://schemas.microsoft.com/office/drawing/2014/main" id="{16B8C86D-690C-8679-0C89-F4D009576CAF}"/>
              </a:ext>
            </a:extLst>
          </p:cNvPr>
          <p:cNvGrpSpPr>
            <a:grpSpLocks/>
          </p:cNvGrpSpPr>
          <p:nvPr userDrawn="1"/>
        </p:nvGrpSpPr>
        <p:grpSpPr>
          <a:xfrm>
            <a:off x="1239953" y="642551"/>
            <a:ext cx="4011669" cy="4670397"/>
            <a:chOff x="1239953" y="642551"/>
            <a:chExt cx="4011669" cy="467039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DB747F5-5266-DDBF-8B8B-6AF78984F4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967652" y="642551"/>
              <a:ext cx="2283970" cy="14951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FFF687B-5B53-6973-9596-70BBBD72EE56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953" y="2290530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452DB3C-19AB-7AF5-B459-CAF2AF2C0973}"/>
                </a:ext>
              </a:extLst>
            </p:cNvPr>
            <p:cNvSpPr>
              <a:spLocks/>
            </p:cNvSpPr>
            <p:nvPr userDrawn="1"/>
          </p:nvSpPr>
          <p:spPr>
            <a:xfrm>
              <a:off x="1332872" y="3094469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C3C8E8-C94E-EE19-7794-FFC583E56915}"/>
                </a:ext>
              </a:extLst>
            </p:cNvPr>
            <p:cNvSpPr>
              <a:spLocks/>
            </p:cNvSpPr>
            <p:nvPr userDrawn="1"/>
          </p:nvSpPr>
          <p:spPr>
            <a:xfrm>
              <a:off x="1332872" y="3903123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0958B4A-72D3-24FF-4B57-C742B90B61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332872" y="4718948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5267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 Name" preserve="1" userDrawn="1">
  <p:cSld name="Topic Nam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28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;p28">
            <a:extLst>
              <a:ext uri="{FF2B5EF4-FFF2-40B4-BE49-F238E27FC236}">
                <a16:creationId xmlns:a16="http://schemas.microsoft.com/office/drawing/2014/main" id="{B82D352B-96E6-AAAA-F1D6-C3BB62225E8B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739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 preserve="1" userDrawn="1">
  <p:cSld name="Content Slid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9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;p24">
            <a:extLst>
              <a:ext uri="{FF2B5EF4-FFF2-40B4-BE49-F238E27FC236}">
                <a16:creationId xmlns:a16="http://schemas.microsoft.com/office/drawing/2014/main" id="{9DE67C09-DDD5-F518-3695-E699DFE5CC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342900" lvl="0" indent="-342900" algn="ctr">
              <a:lnSpc>
                <a:spcPct val="115000"/>
              </a:lnSpc>
            </a:pPr>
            <a:endParaRPr dirty="0"/>
          </a:p>
        </p:txBody>
      </p:sp>
      <p:sp>
        <p:nvSpPr>
          <p:cNvPr id="3" name="Google Shape;73;p29">
            <a:extLst>
              <a:ext uri="{FF2B5EF4-FFF2-40B4-BE49-F238E27FC236}">
                <a16:creationId xmlns:a16="http://schemas.microsoft.com/office/drawing/2014/main" id="{38354FE8-D9C0-5D1E-6102-5F329424ACA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4" name="Picture 3" descr="A picture containing colorfulness, pattern, rectangle, screenshot&#10;&#10;Description automatically generated">
            <a:extLst>
              <a:ext uri="{FF2B5EF4-FFF2-40B4-BE49-F238E27FC236}">
                <a16:creationId xmlns:a16="http://schemas.microsoft.com/office/drawing/2014/main" id="{E2A3B44F-361D-277C-1049-456D319756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6008" y="913238"/>
            <a:ext cx="1219478" cy="7291461"/>
          </a:xfrm>
          <a:prstGeom prst="rect">
            <a:avLst/>
          </a:prstGeom>
        </p:spPr>
      </p:pic>
      <p:sp>
        <p:nvSpPr>
          <p:cNvPr id="5" name="Google Shape;62;p29">
            <a:extLst>
              <a:ext uri="{FF2B5EF4-FFF2-40B4-BE49-F238E27FC236}">
                <a16:creationId xmlns:a16="http://schemas.microsoft.com/office/drawing/2014/main" id="{AB337D6E-8449-CC57-E216-03FFF7FCAE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2632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Conte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0;p29">
            <a:extLst>
              <a:ext uri="{FF2B5EF4-FFF2-40B4-BE49-F238E27FC236}">
                <a16:creationId xmlns:a16="http://schemas.microsoft.com/office/drawing/2014/main" id="{F32A8D92-D03F-CBD0-6218-23FF67B0B49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73;p29">
            <a:extLst>
              <a:ext uri="{FF2B5EF4-FFF2-40B4-BE49-F238E27FC236}">
                <a16:creationId xmlns:a16="http://schemas.microsoft.com/office/drawing/2014/main" id="{E6FEAC37-04A1-A80A-3380-E02111EDE62B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 dirty="0"/>
          </a:p>
        </p:txBody>
      </p:sp>
      <p:pic>
        <p:nvPicPr>
          <p:cNvPr id="2" name="Picture 1" descr="A picture containing colorfulness, pattern, rectangle, screenshot&#10;&#10;Description automatically generated">
            <a:extLst>
              <a:ext uri="{FF2B5EF4-FFF2-40B4-BE49-F238E27FC236}">
                <a16:creationId xmlns:a16="http://schemas.microsoft.com/office/drawing/2014/main" id="{CE904573-2F71-0E73-120D-C3CFB365EE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6008" y="897196"/>
            <a:ext cx="1219478" cy="7291461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3E84CA6-4EC8-7CAF-7B14-1E891A95D9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5825" y="2612636"/>
            <a:ext cx="13697000" cy="5517901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Google Shape;62;p29">
            <a:extLst>
              <a:ext uri="{FF2B5EF4-FFF2-40B4-BE49-F238E27FC236}">
                <a16:creationId xmlns:a16="http://schemas.microsoft.com/office/drawing/2014/main" id="{AC975B08-1151-8CCE-4012-72257845E8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7637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nowledge Check " preserve="1">
  <p:cSld name="Knowledge Check 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5;p30">
            <a:extLst>
              <a:ext uri="{FF2B5EF4-FFF2-40B4-BE49-F238E27FC236}">
                <a16:creationId xmlns:a16="http://schemas.microsoft.com/office/drawing/2014/main" id="{DBF002C0-AEB4-C534-B92D-91D67E6C1306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8" cy="914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picture containing arrow&#10;&#10;Description automatically generated">
            <a:extLst>
              <a:ext uri="{FF2B5EF4-FFF2-40B4-BE49-F238E27FC236}">
                <a16:creationId xmlns:a16="http://schemas.microsoft.com/office/drawing/2014/main" id="{72D68FFF-4E46-2E6B-67FA-3692374CF0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Google Shape;77;p30">
            <a:extLst>
              <a:ext uri="{FF2B5EF4-FFF2-40B4-BE49-F238E27FC236}">
                <a16:creationId xmlns:a16="http://schemas.microsoft.com/office/drawing/2014/main" id="{6A084776-D363-88F2-5A8F-FF2A63DFFD9D}"/>
              </a:ext>
            </a:extLst>
          </p:cNvPr>
          <p:cNvSpPr/>
          <p:nvPr userDrawn="1"/>
        </p:nvSpPr>
        <p:spPr>
          <a:xfrm>
            <a:off x="8955907" y="4310390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None/>
            </a:pPr>
            <a:r>
              <a:rPr lang="en-US" sz="2800" b="1" i="0" u="none" strike="noStrike" cap="none" dirty="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1400" b="0" i="0" u="none" strike="noStrike" cap="none" dirty="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7809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2CCF119B-BE71-CB96-2E2D-4D70E3379D0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Box">
            <a:extLst>
              <a:ext uri="{FF2B5EF4-FFF2-40B4-BE49-F238E27FC236}">
                <a16:creationId xmlns:a16="http://schemas.microsoft.com/office/drawing/2014/main" id="{E7B51B66-9EEF-5EF8-EAC3-1AA2FA35C688}"/>
              </a:ext>
            </a:extLst>
          </p:cNvPr>
          <p:cNvSpPr/>
          <p:nvPr userDrawn="1"/>
        </p:nvSpPr>
        <p:spPr>
          <a:xfrm>
            <a:off x="1281113" y="590549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KT_Text">
            <a:extLst>
              <a:ext uri="{FF2B5EF4-FFF2-40B4-BE49-F238E27FC236}">
                <a16:creationId xmlns:a16="http://schemas.microsoft.com/office/drawing/2014/main" id="{9E09D2CD-8815-6873-76A0-750613A9B008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Rec_Box">
            <a:extLst>
              <a:ext uri="{FF2B5EF4-FFF2-40B4-BE49-F238E27FC236}">
                <a16:creationId xmlns:a16="http://schemas.microsoft.com/office/drawing/2014/main" id="{0E9A9157-9B5D-B020-50FD-5C124440F36A}"/>
              </a:ext>
            </a:extLst>
          </p:cNvPr>
          <p:cNvSpPr/>
          <p:nvPr userDrawn="1"/>
        </p:nvSpPr>
        <p:spPr>
          <a:xfrm>
            <a:off x="1275907" y="578759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">
            <a:extLst>
              <a:ext uri="{FF2B5EF4-FFF2-40B4-BE49-F238E27FC236}">
                <a16:creationId xmlns:a16="http://schemas.microsoft.com/office/drawing/2014/main" id="{FDF40B25-39B3-30ED-29BE-9F1AD527FCEE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A.</a:t>
            </a:r>
          </a:p>
        </p:txBody>
      </p:sp>
      <p:sp>
        <p:nvSpPr>
          <p:cNvPr id="8" name="Opt_A">
            <a:extLst>
              <a:ext uri="{FF2B5EF4-FFF2-40B4-BE49-F238E27FC236}">
                <a16:creationId xmlns:a16="http://schemas.microsoft.com/office/drawing/2014/main" id="{2FFD20E1-904E-7B1C-E7A2-1A99877EE0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9" name="B">
            <a:extLst>
              <a:ext uri="{FF2B5EF4-FFF2-40B4-BE49-F238E27FC236}">
                <a16:creationId xmlns:a16="http://schemas.microsoft.com/office/drawing/2014/main" id="{DB253624-90B8-4C2B-CA21-11904E51AA4D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B.</a:t>
            </a:r>
          </a:p>
        </p:txBody>
      </p:sp>
      <p:sp>
        <p:nvSpPr>
          <p:cNvPr id="10" name="Opt_B">
            <a:extLst>
              <a:ext uri="{FF2B5EF4-FFF2-40B4-BE49-F238E27FC236}">
                <a16:creationId xmlns:a16="http://schemas.microsoft.com/office/drawing/2014/main" id="{497E5D63-1C02-9A8F-6921-B4CF2B94E4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1" name="C">
            <a:extLst>
              <a:ext uri="{FF2B5EF4-FFF2-40B4-BE49-F238E27FC236}">
                <a16:creationId xmlns:a16="http://schemas.microsoft.com/office/drawing/2014/main" id="{92E01BA2-8854-8B22-5E3B-BD48CB6419FD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C.</a:t>
            </a:r>
          </a:p>
        </p:txBody>
      </p:sp>
      <p:sp>
        <p:nvSpPr>
          <p:cNvPr id="12" name="Opt_C">
            <a:extLst>
              <a:ext uri="{FF2B5EF4-FFF2-40B4-BE49-F238E27FC236}">
                <a16:creationId xmlns:a16="http://schemas.microsoft.com/office/drawing/2014/main" id="{231483CE-CEF9-6644-5D62-34D212C6A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3" name="D">
            <a:extLst>
              <a:ext uri="{FF2B5EF4-FFF2-40B4-BE49-F238E27FC236}">
                <a16:creationId xmlns:a16="http://schemas.microsoft.com/office/drawing/2014/main" id="{29F7EC89-820C-671D-8F62-46D0543D5E13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D.</a:t>
            </a:r>
          </a:p>
        </p:txBody>
      </p:sp>
      <p:sp>
        <p:nvSpPr>
          <p:cNvPr id="14" name="Opt_D">
            <a:extLst>
              <a:ext uri="{FF2B5EF4-FFF2-40B4-BE49-F238E27FC236}">
                <a16:creationId xmlns:a16="http://schemas.microsoft.com/office/drawing/2014/main" id="{D10DFBE0-864B-7031-13FD-BF42F6452A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5" name="Q">
            <a:extLst>
              <a:ext uri="{FF2B5EF4-FFF2-40B4-BE49-F238E27FC236}">
                <a16:creationId xmlns:a16="http://schemas.microsoft.com/office/drawing/2014/main" id="{48CDC350-FF9D-82C7-1731-756BBBD2CE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15" y="578759"/>
            <a:ext cx="12401573" cy="1447009"/>
          </a:xfrm>
        </p:spPr>
        <p:txBody>
          <a:bodyPr anchor="ctr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6" name="Q_No">
            <a:extLst>
              <a:ext uri="{FF2B5EF4-FFF2-40B4-BE49-F238E27FC236}">
                <a16:creationId xmlns:a16="http://schemas.microsoft.com/office/drawing/2014/main" id="{3C327913-27E5-47C0-5CE8-C92623BE9A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390" y="1193800"/>
            <a:ext cx="1135063" cy="830263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850812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_Ans_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EF08981F-95F3-6867-209A-E2A49BEB7AC3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_Ans">
            <a:extLst>
              <a:ext uri="{FF2B5EF4-FFF2-40B4-BE49-F238E27FC236}">
                <a16:creationId xmlns:a16="http://schemas.microsoft.com/office/drawing/2014/main" id="{C5585E79-E8D7-0597-1980-9449B5FE0292}"/>
              </a:ext>
            </a:extLst>
          </p:cNvPr>
          <p:cNvSpPr txBox="1"/>
          <p:nvPr userDrawn="1"/>
        </p:nvSpPr>
        <p:spPr>
          <a:xfrm>
            <a:off x="670034" y="7369706"/>
            <a:ext cx="27490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is</a:t>
            </a:r>
            <a:endParaRPr sz="14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" name="Ans_Line_2">
            <a:extLst>
              <a:ext uri="{FF2B5EF4-FFF2-40B4-BE49-F238E27FC236}">
                <a16:creationId xmlns:a16="http://schemas.microsoft.com/office/drawing/2014/main" id="{55D1669A-D9BB-F86C-6916-C74581CEC093}"/>
              </a:ext>
            </a:extLst>
          </p:cNvPr>
          <p:cNvCxnSpPr/>
          <p:nvPr userDrawn="1"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Ans_Line">
            <a:extLst>
              <a:ext uri="{FF2B5EF4-FFF2-40B4-BE49-F238E27FC236}">
                <a16:creationId xmlns:a16="http://schemas.microsoft.com/office/drawing/2014/main" id="{25B26E89-236B-925D-2F8A-FDAD4518B1D0}"/>
              </a:ext>
            </a:extLst>
          </p:cNvPr>
          <p:cNvCxnSpPr/>
          <p:nvPr userDrawn="1"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Ans_text">
            <a:extLst>
              <a:ext uri="{FF2B5EF4-FFF2-40B4-BE49-F238E27FC236}">
                <a16:creationId xmlns:a16="http://schemas.microsoft.com/office/drawing/2014/main" id="{FE57084E-D5CD-4D1D-AD6B-B0A29FBA4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1201" y="7277661"/>
            <a:ext cx="8834438" cy="5842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024F9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8" name="Ans_Desc_Text_Box">
            <a:extLst>
              <a:ext uri="{FF2B5EF4-FFF2-40B4-BE49-F238E27FC236}">
                <a16:creationId xmlns:a16="http://schemas.microsoft.com/office/drawing/2014/main" id="{7CBBC3EA-7B88-E6C6-BE6B-D41D2C647A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9925" y="7935913"/>
            <a:ext cx="13095288" cy="10048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CDEDD483-9F61-36CD-8536-63FB8C1D1DC9}"/>
              </a:ext>
            </a:extLst>
          </p:cNvPr>
          <p:cNvSpPr/>
          <p:nvPr userDrawn="1"/>
        </p:nvSpPr>
        <p:spPr>
          <a:xfrm>
            <a:off x="1281113" y="590549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KT_Text">
            <a:extLst>
              <a:ext uri="{FF2B5EF4-FFF2-40B4-BE49-F238E27FC236}">
                <a16:creationId xmlns:a16="http://schemas.microsoft.com/office/drawing/2014/main" id="{BA405B45-EFAB-0D57-ADA9-DD1F4FD2F9B7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Rec_Box">
            <a:extLst>
              <a:ext uri="{FF2B5EF4-FFF2-40B4-BE49-F238E27FC236}">
                <a16:creationId xmlns:a16="http://schemas.microsoft.com/office/drawing/2014/main" id="{C6D60610-3ED0-B3DE-F0C6-1E2E0C6FC1CE}"/>
              </a:ext>
            </a:extLst>
          </p:cNvPr>
          <p:cNvSpPr/>
          <p:nvPr userDrawn="1"/>
        </p:nvSpPr>
        <p:spPr>
          <a:xfrm>
            <a:off x="1275907" y="578759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">
            <a:extLst>
              <a:ext uri="{FF2B5EF4-FFF2-40B4-BE49-F238E27FC236}">
                <a16:creationId xmlns:a16="http://schemas.microsoft.com/office/drawing/2014/main" id="{C6A04807-31DA-6E4E-AAB1-C5EB073355C4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D.</a:t>
            </a:r>
          </a:p>
        </p:txBody>
      </p:sp>
      <p:sp>
        <p:nvSpPr>
          <p:cNvPr id="16" name="C">
            <a:extLst>
              <a:ext uri="{FF2B5EF4-FFF2-40B4-BE49-F238E27FC236}">
                <a16:creationId xmlns:a16="http://schemas.microsoft.com/office/drawing/2014/main" id="{19EED400-005F-8BFC-0381-17F5410E8424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C.</a:t>
            </a:r>
          </a:p>
        </p:txBody>
      </p:sp>
      <p:sp>
        <p:nvSpPr>
          <p:cNvPr id="14" name="B">
            <a:extLst>
              <a:ext uri="{FF2B5EF4-FFF2-40B4-BE49-F238E27FC236}">
                <a16:creationId xmlns:a16="http://schemas.microsoft.com/office/drawing/2014/main" id="{21CD75C6-F639-739D-B089-020EF5CBFA3A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B.</a:t>
            </a:r>
          </a:p>
        </p:txBody>
      </p:sp>
      <p:sp>
        <p:nvSpPr>
          <p:cNvPr id="12" name="A">
            <a:extLst>
              <a:ext uri="{FF2B5EF4-FFF2-40B4-BE49-F238E27FC236}">
                <a16:creationId xmlns:a16="http://schemas.microsoft.com/office/drawing/2014/main" id="{76DB4DA8-CC10-506C-D27B-9B1CE227D9B0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A.</a:t>
            </a:r>
          </a:p>
        </p:txBody>
      </p:sp>
      <p:sp>
        <p:nvSpPr>
          <p:cNvPr id="19" name="Opt_D">
            <a:extLst>
              <a:ext uri="{FF2B5EF4-FFF2-40B4-BE49-F238E27FC236}">
                <a16:creationId xmlns:a16="http://schemas.microsoft.com/office/drawing/2014/main" id="{F320B7DB-043B-B1AC-2976-FCB6609BE2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7" name="Opt_C">
            <a:extLst>
              <a:ext uri="{FF2B5EF4-FFF2-40B4-BE49-F238E27FC236}">
                <a16:creationId xmlns:a16="http://schemas.microsoft.com/office/drawing/2014/main" id="{DF544E43-096D-AD15-9CFA-70A320AE02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5" name="Opt_B">
            <a:extLst>
              <a:ext uri="{FF2B5EF4-FFF2-40B4-BE49-F238E27FC236}">
                <a16:creationId xmlns:a16="http://schemas.microsoft.com/office/drawing/2014/main" id="{0969321A-3DCC-F52F-8C1B-6E04397531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3" name="Opt_A">
            <a:extLst>
              <a:ext uri="{FF2B5EF4-FFF2-40B4-BE49-F238E27FC236}">
                <a16:creationId xmlns:a16="http://schemas.microsoft.com/office/drawing/2014/main" id="{5A890064-C69C-0664-8FC1-9D4423FC9A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21" name="Q">
            <a:extLst>
              <a:ext uri="{FF2B5EF4-FFF2-40B4-BE49-F238E27FC236}">
                <a16:creationId xmlns:a16="http://schemas.microsoft.com/office/drawing/2014/main" id="{8B96215F-FF61-9AD3-5B66-650C7AFE97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66241" y="590549"/>
            <a:ext cx="12408327" cy="143483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dirty="0"/>
            </a:lvl1pPr>
          </a:lstStyle>
          <a:p>
            <a:pPr marL="228600" lvl="0" indent="-228600">
              <a:spcBef>
                <a:spcPts val="0"/>
              </a:spcBef>
            </a:pPr>
            <a:endParaRPr lang="en-US" dirty="0"/>
          </a:p>
        </p:txBody>
      </p:sp>
      <p:sp>
        <p:nvSpPr>
          <p:cNvPr id="22" name="Q_No">
            <a:extLst>
              <a:ext uri="{FF2B5EF4-FFF2-40B4-BE49-F238E27FC236}">
                <a16:creationId xmlns:a16="http://schemas.microsoft.com/office/drawing/2014/main" id="{83212CBA-BF9C-2628-A172-96ACE1220A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62388" y="1197091"/>
            <a:ext cx="1147421" cy="826971"/>
          </a:xfrm>
        </p:spPr>
        <p:txBody>
          <a:bodyPr anchor="ctr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45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_Ans_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2F8347C9-CC7D-0DF8-C02A-47B5723D8572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_Ans">
            <a:extLst>
              <a:ext uri="{FF2B5EF4-FFF2-40B4-BE49-F238E27FC236}">
                <a16:creationId xmlns:a16="http://schemas.microsoft.com/office/drawing/2014/main" id="{06DF12F7-7FC3-A6A0-1F9D-2B31AAB76C62}"/>
              </a:ext>
            </a:extLst>
          </p:cNvPr>
          <p:cNvSpPr txBox="1"/>
          <p:nvPr userDrawn="1"/>
        </p:nvSpPr>
        <p:spPr>
          <a:xfrm>
            <a:off x="670034" y="7369706"/>
            <a:ext cx="29134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are</a:t>
            </a:r>
            <a:endParaRPr sz="14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" name="Ans_Line_2">
            <a:extLst>
              <a:ext uri="{FF2B5EF4-FFF2-40B4-BE49-F238E27FC236}">
                <a16:creationId xmlns:a16="http://schemas.microsoft.com/office/drawing/2014/main" id="{B75A6E75-5672-578C-B075-BA07AABDEC08}"/>
              </a:ext>
            </a:extLst>
          </p:cNvPr>
          <p:cNvCxnSpPr/>
          <p:nvPr userDrawn="1"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Ans_Line">
            <a:extLst>
              <a:ext uri="{FF2B5EF4-FFF2-40B4-BE49-F238E27FC236}">
                <a16:creationId xmlns:a16="http://schemas.microsoft.com/office/drawing/2014/main" id="{B67B1844-0936-2346-DC2D-072812F8FF82}"/>
              </a:ext>
            </a:extLst>
          </p:cNvPr>
          <p:cNvCxnSpPr/>
          <p:nvPr userDrawn="1"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Ans_text">
            <a:extLst>
              <a:ext uri="{FF2B5EF4-FFF2-40B4-BE49-F238E27FC236}">
                <a16:creationId xmlns:a16="http://schemas.microsoft.com/office/drawing/2014/main" id="{505D6B31-CF67-8AE8-6D6C-1AE10E434F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84605" y="7277661"/>
            <a:ext cx="8601033" cy="5842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024F9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8" name="Ans_Desc_Text_Box">
            <a:extLst>
              <a:ext uri="{FF2B5EF4-FFF2-40B4-BE49-F238E27FC236}">
                <a16:creationId xmlns:a16="http://schemas.microsoft.com/office/drawing/2014/main" id="{2AA669A4-854E-BC52-A6EB-CEC258CCD1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9925" y="7935913"/>
            <a:ext cx="13095288" cy="10048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4ADF7E3A-81A0-2B00-A3DE-320BBA3EAADC}"/>
              </a:ext>
            </a:extLst>
          </p:cNvPr>
          <p:cNvSpPr/>
          <p:nvPr userDrawn="1"/>
        </p:nvSpPr>
        <p:spPr>
          <a:xfrm>
            <a:off x="1281113" y="590549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KT_Text">
            <a:extLst>
              <a:ext uri="{FF2B5EF4-FFF2-40B4-BE49-F238E27FC236}">
                <a16:creationId xmlns:a16="http://schemas.microsoft.com/office/drawing/2014/main" id="{65E260BD-9AEB-3002-A10D-0ED784F237CC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Rec_Box">
            <a:extLst>
              <a:ext uri="{FF2B5EF4-FFF2-40B4-BE49-F238E27FC236}">
                <a16:creationId xmlns:a16="http://schemas.microsoft.com/office/drawing/2014/main" id="{667E1C0D-1A8F-3FEE-62D2-1CF59B597F36}"/>
              </a:ext>
            </a:extLst>
          </p:cNvPr>
          <p:cNvSpPr/>
          <p:nvPr userDrawn="1"/>
        </p:nvSpPr>
        <p:spPr>
          <a:xfrm>
            <a:off x="1275907" y="578759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">
            <a:extLst>
              <a:ext uri="{FF2B5EF4-FFF2-40B4-BE49-F238E27FC236}">
                <a16:creationId xmlns:a16="http://schemas.microsoft.com/office/drawing/2014/main" id="{A40B7AF7-3696-C4FB-D945-5436FC8398CE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A.</a:t>
            </a:r>
          </a:p>
        </p:txBody>
      </p:sp>
      <p:sp>
        <p:nvSpPr>
          <p:cNvPr id="13" name="Opt_A">
            <a:extLst>
              <a:ext uri="{FF2B5EF4-FFF2-40B4-BE49-F238E27FC236}">
                <a16:creationId xmlns:a16="http://schemas.microsoft.com/office/drawing/2014/main" id="{1494EC36-DEF5-5104-F8EA-E3D4B2BBD8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4" name="B">
            <a:extLst>
              <a:ext uri="{FF2B5EF4-FFF2-40B4-BE49-F238E27FC236}">
                <a16:creationId xmlns:a16="http://schemas.microsoft.com/office/drawing/2014/main" id="{9AFF282F-7CD2-660E-F6FB-6A6841171D6F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B.</a:t>
            </a:r>
          </a:p>
        </p:txBody>
      </p:sp>
      <p:sp>
        <p:nvSpPr>
          <p:cNvPr id="15" name="Opt_B">
            <a:extLst>
              <a:ext uri="{FF2B5EF4-FFF2-40B4-BE49-F238E27FC236}">
                <a16:creationId xmlns:a16="http://schemas.microsoft.com/office/drawing/2014/main" id="{01ADAF17-D7DF-669F-96A4-A5A66652F7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6" name="C">
            <a:extLst>
              <a:ext uri="{FF2B5EF4-FFF2-40B4-BE49-F238E27FC236}">
                <a16:creationId xmlns:a16="http://schemas.microsoft.com/office/drawing/2014/main" id="{E0054334-AE0D-D3F5-C186-9EAB001CEBAA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C.</a:t>
            </a:r>
          </a:p>
        </p:txBody>
      </p:sp>
      <p:sp>
        <p:nvSpPr>
          <p:cNvPr id="17" name="Opt_C">
            <a:extLst>
              <a:ext uri="{FF2B5EF4-FFF2-40B4-BE49-F238E27FC236}">
                <a16:creationId xmlns:a16="http://schemas.microsoft.com/office/drawing/2014/main" id="{98DDCBFB-B945-8ADF-F3B2-02F8E9E10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8" name="D">
            <a:extLst>
              <a:ext uri="{FF2B5EF4-FFF2-40B4-BE49-F238E27FC236}">
                <a16:creationId xmlns:a16="http://schemas.microsoft.com/office/drawing/2014/main" id="{A5C29CAE-D65C-162C-E28E-5C00B6BF49E6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D.</a:t>
            </a:r>
          </a:p>
        </p:txBody>
      </p:sp>
      <p:sp>
        <p:nvSpPr>
          <p:cNvPr id="19" name="Opt_D">
            <a:extLst>
              <a:ext uri="{FF2B5EF4-FFF2-40B4-BE49-F238E27FC236}">
                <a16:creationId xmlns:a16="http://schemas.microsoft.com/office/drawing/2014/main" id="{787DB315-5654-6FF4-4775-BE435BA1CC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20" name="Q">
            <a:extLst>
              <a:ext uri="{FF2B5EF4-FFF2-40B4-BE49-F238E27FC236}">
                <a16:creationId xmlns:a16="http://schemas.microsoft.com/office/drawing/2014/main" id="{CEA2BD72-C1DD-4B25-C5E5-D6139517C0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15" y="595430"/>
            <a:ext cx="12401573" cy="1430338"/>
          </a:xfrm>
        </p:spPr>
        <p:txBody>
          <a:bodyPr anchor="ctr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21" name="Q_No">
            <a:extLst>
              <a:ext uri="{FF2B5EF4-FFF2-40B4-BE49-F238E27FC236}">
                <a16:creationId xmlns:a16="http://schemas.microsoft.com/office/drawing/2014/main" id="{86A71EFA-BAFE-C034-9302-230D1B15A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390" y="1193800"/>
            <a:ext cx="1135063" cy="830263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06155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Takeaways" preserve="1" userDrawn="1">
  <p:cSld name="Key Takeaways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3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7;p27">
            <a:extLst>
              <a:ext uri="{FF2B5EF4-FFF2-40B4-BE49-F238E27FC236}">
                <a16:creationId xmlns:a16="http://schemas.microsoft.com/office/drawing/2014/main" id="{DFADBA2E-0E91-C8B8-3A16-37E16A8024BC}"/>
              </a:ext>
            </a:extLst>
          </p:cNvPr>
          <p:cNvSpPr/>
          <p:nvPr userDrawn="1"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Brandline_LVC">
            <a:extLst>
              <a:ext uri="{FF2B5EF4-FFF2-40B4-BE49-F238E27FC236}">
                <a16:creationId xmlns:a16="http://schemas.microsoft.com/office/drawing/2014/main" id="{F274DB65-9471-8FF1-5F67-3A8B02FBF3BD}"/>
              </a:ext>
            </a:extLst>
          </p:cNvPr>
          <p:cNvSpPr/>
          <p:nvPr userDrawn="1"/>
        </p:nvSpPr>
        <p:spPr>
          <a:xfrm>
            <a:off x="3468553" y="837660"/>
            <a:ext cx="3377485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6AF3B2F-06F8-C0B9-F594-763BF82CAE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2875" y="1967907"/>
            <a:ext cx="9036000" cy="10116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GB" dirty="0"/>
            </a:lvl1pPr>
          </a:lstStyle>
          <a:p>
            <a:pPr marL="228600" lvl="0" indent="-228600">
              <a:spcBef>
                <a:spcPts val="0"/>
              </a:spcBef>
            </a:pPr>
            <a:r>
              <a:rPr lang="en-GB" dirty="0"/>
              <a:t>Click to add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7B16BD-1678-AAEB-705C-ACC6F4E638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32356" y="2755555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DA0B994-BAF5-3871-1AE2-2955090941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31837" y="3567917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153C8D8-C81D-C688-AD6D-054C831ED8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2873" y="4392637"/>
            <a:ext cx="9034445" cy="1010072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 dirty="0"/>
              <a:t>Click to add text</a:t>
            </a:r>
          </a:p>
        </p:txBody>
      </p:sp>
      <p:grpSp>
        <p:nvGrpSpPr>
          <p:cNvPr id="23" name="Group 22" hidden="1">
            <a:extLst>
              <a:ext uri="{FF2B5EF4-FFF2-40B4-BE49-F238E27FC236}">
                <a16:creationId xmlns:a16="http://schemas.microsoft.com/office/drawing/2014/main" id="{7D3CB7FC-1EE6-F753-459E-16D565CC72D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39953" y="642551"/>
            <a:ext cx="4011669" cy="4670397"/>
            <a:chOff x="1239953" y="642551"/>
            <a:chExt cx="4011669" cy="467039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38B2B5-F7D2-93C4-4B9B-2A8705CFBB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967652" y="642551"/>
              <a:ext cx="2283970" cy="14951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C60516D-1A86-E05D-CDB5-234F5B1904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39953" y="2290530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049D24-171C-A4CE-5C84-362BCAE9D2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3094469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B4E1D9-0180-437B-334A-07F7823362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3903123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0CFBF9F-0A86-F779-0E1B-EE62890972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4718948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5036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isted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45;p35">
            <a:extLst>
              <a:ext uri="{FF2B5EF4-FFF2-40B4-BE49-F238E27FC236}">
                <a16:creationId xmlns:a16="http://schemas.microsoft.com/office/drawing/2014/main" id="{3DE6C980-51B8-EAB6-D92E-2C853D6EBC40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13;p27">
            <a:extLst>
              <a:ext uri="{FF2B5EF4-FFF2-40B4-BE49-F238E27FC236}">
                <a16:creationId xmlns:a16="http://schemas.microsoft.com/office/drawing/2014/main" id="{734849E0-7011-DCAE-0132-1322B2CB68DB}"/>
              </a:ext>
            </a:extLst>
          </p:cNvPr>
          <p:cNvPicPr preferRelativeResize="0"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49;p35">
            <a:extLst>
              <a:ext uri="{FF2B5EF4-FFF2-40B4-BE49-F238E27FC236}">
                <a16:creationId xmlns:a16="http://schemas.microsoft.com/office/drawing/2014/main" id="{7948A9B8-596D-80F3-DBBD-D7EDD89ABE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6E140C6-C70A-C947-7711-0BA4214D3E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5683BC-C8F7-FCBC-E768-137F5B5152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120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assisted Practice" preserve="1" userDrawn="1">
  <p:cSld name="Unassisted Practic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5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5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DC99CB9-B9F0-7414-1AF5-045EF855FD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F61395D-ECD0-5341-1B2E-8C1937098D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3355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for_Pract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3;p29">
            <a:extLst>
              <a:ext uri="{FF2B5EF4-FFF2-40B4-BE49-F238E27FC236}">
                <a16:creationId xmlns:a16="http://schemas.microsoft.com/office/drawing/2014/main" id="{D1405CDE-CE1A-9CEE-B0C9-004F72CAF344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1291857" y="1788696"/>
            <a:ext cx="13696999" cy="8216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659D141-D5AB-CB0E-32C4-D683A6B3D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5825" y="2872126"/>
            <a:ext cx="13697000" cy="5406695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41251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-End Project" preserve="1" userDrawn="1">
  <p:cSld name="Section-End Projec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53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2;p29">
            <a:extLst>
              <a:ext uri="{FF2B5EF4-FFF2-40B4-BE49-F238E27FC236}">
                <a16:creationId xmlns:a16="http://schemas.microsoft.com/office/drawing/2014/main" id="{C8B862E1-9541-C73F-B4E1-7205F5F0B5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A35605C-2EDD-0BD1-F3BC-5BCA7F763A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373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-end Project" preserve="1" userDrawn="1">
  <p:cSld name="Lesson-end Projec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6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3E86479C-5EE1-09E2-3000-A2B690B93C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12C144F-B154-93C1-CFA0-EFC58EC80E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2080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-End Project" preserve="1" userDrawn="1">
  <p:cSld name="Phase-End Projec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52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A829CD2D-82CE-C005-D724-CC0A723196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09861E1-DB64-D3D1-CB74-AB30BEF481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4437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for_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5D05C5A-9735-BDF2-45FB-ECA0E61F3F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34890" y="1377162"/>
            <a:ext cx="10314607" cy="6815160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012447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9;p16">
            <a:extLst>
              <a:ext uri="{FF2B5EF4-FFF2-40B4-BE49-F238E27FC236}">
                <a16:creationId xmlns:a16="http://schemas.microsoft.com/office/drawing/2014/main" id="{136CAA0F-DD7B-0995-4200-59792701A9ED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FAA6052-B67C-D403-9614-DC0C0FDBAAB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lang="en-US" sz="2800" b="1" dirty="0">
                <a:solidFill>
                  <a:srgbClr val="40404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457200" lvl="0" indent="-457200" algn="ctr"/>
            <a:r>
              <a:rPr lang="en-US" dirty="0"/>
              <a:t>Topic Name</a:t>
            </a:r>
          </a:p>
        </p:txBody>
      </p:sp>
      <p:pic>
        <p:nvPicPr>
          <p:cNvPr id="4" name="Picture 3" descr="A picture containing child art, table, illustration, design&#10;&#10;Description automatically generated">
            <a:extLst>
              <a:ext uri="{FF2B5EF4-FFF2-40B4-BE49-F238E27FC236}">
                <a16:creationId xmlns:a16="http://schemas.microsoft.com/office/drawing/2014/main" id="{46A1F55C-8226-40C3-1D94-8C75609932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176" y="2171113"/>
            <a:ext cx="4823955" cy="455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86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" preserve="1" userDrawn="1">
  <p:cSld name="Discussio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AA18AE-0804-BDBB-3D58-9BEC7C3955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303264" y="2051538"/>
            <a:ext cx="4661781" cy="479473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38432-77B6-A0DB-E9D4-05C1ED62A6F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lang="en-US" sz="2800" b="1" dirty="0">
                <a:solidFill>
                  <a:srgbClr val="40404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457200" lvl="0" indent="-457200" algn="ctr"/>
            <a:r>
              <a:rPr lang="en-US" dirty="0"/>
              <a:t>Topic Name</a:t>
            </a:r>
          </a:p>
        </p:txBody>
      </p:sp>
    </p:spTree>
    <p:extLst>
      <p:ext uri="{BB962C8B-B14F-4D97-AF65-F5344CB8AC3E}">
        <p14:creationId xmlns:p14="http://schemas.microsoft.com/office/powerpoint/2010/main" val="1456677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-Content" preserve="1" userDrawn="1">
  <p:cSld name="Discussion-Conten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7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189" name="Google Shape;18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50" y="2249238"/>
            <a:ext cx="4290990" cy="44133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190EDBE-42C7-8577-2262-B01D520296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4960" y="1761785"/>
            <a:ext cx="10346786" cy="62601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892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le-Play Activi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9;p16">
            <a:extLst>
              <a:ext uri="{FF2B5EF4-FFF2-40B4-BE49-F238E27FC236}">
                <a16:creationId xmlns:a16="http://schemas.microsoft.com/office/drawing/2014/main" id="{2444B81E-A7F2-DD03-1F7C-99ED49FAF882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C918EE9-73C7-114C-7405-846E29EB7AE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2800" b="1" dirty="0">
                <a:solidFill>
                  <a:srgbClr val="40404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/>
            <a:r>
              <a:rPr lang="en-US"/>
              <a:t>Topic Name</a:t>
            </a:r>
          </a:p>
        </p:txBody>
      </p:sp>
      <p:pic>
        <p:nvPicPr>
          <p:cNvPr id="9" name="Picture 8" descr="A group of people reading books&#10;&#10;Description automatically generated with low confidence">
            <a:extLst>
              <a:ext uri="{FF2B5EF4-FFF2-40B4-BE49-F238E27FC236}">
                <a16:creationId xmlns:a16="http://schemas.microsoft.com/office/drawing/2014/main" id="{F1D10771-AD41-E153-2D96-91B7FA5508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129" y="2323120"/>
            <a:ext cx="5664389" cy="449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984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-end Project" preserve="1" userDrawn="1">
  <p:cSld name="Course-end Projec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7"/>
          <p:cNvPicPr preferRelativeResize="0"/>
          <p:nvPr/>
        </p:nvPicPr>
        <p:blipFill>
          <a:blip r:embed="rId2"/>
          <a:srcRect/>
          <a:stretch/>
        </p:blipFill>
        <p:spPr>
          <a:xfrm>
            <a:off x="2" y="0"/>
            <a:ext cx="16255996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7;p17">
            <a:extLst>
              <a:ext uri="{FF2B5EF4-FFF2-40B4-BE49-F238E27FC236}">
                <a16:creationId xmlns:a16="http://schemas.microsoft.com/office/drawing/2014/main" id="{662DC3C5-12CB-1B7D-A0D6-88DA0A6525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F575C20-C035-6B61-875E-DFDF9C3950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45052" y="1364776"/>
            <a:ext cx="10303962" cy="682388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8878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fore the Next Class" preserve="1" userDrawn="1">
  <p:cSld name="Before the Next Class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40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0"/>
          <p:cNvSpPr/>
          <p:nvPr userDrawn="1"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>
              <a:buSzPts val="2800"/>
              <a:buNone/>
            </a:pPr>
            <a:r>
              <a:rPr lang="en-US" sz="2800" b="1" dirty="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Before the Next Class</a:t>
            </a:r>
            <a:endParaRPr sz="2800" b="1" dirty="0">
              <a:solidFill>
                <a:srgbClr val="404040"/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A8AA2E1-D889-F5D4-9C7E-C1EBB43245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711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at Next?" preserve="1" userDrawn="1">
  <p:cSld name="What Next?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41"/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1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>
              <a:buSzPts val="2800"/>
              <a:buNone/>
            </a:pPr>
            <a:r>
              <a:rPr lang="en-US" sz="2800" b="1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What’s Next?</a:t>
            </a:r>
            <a:endParaRPr sz="2800" b="1">
              <a:solidFill>
                <a:srgbClr val="404040"/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57DB387E-1A29-1EE9-8E02-0C57BA6B68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9563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B8547DCB-0B93-88B9-E345-AFD101D6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7363"/>
            <a:ext cx="14020800" cy="1766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</a:pP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140D4C3-76A5-7AB4-F1FA-F4CE290D1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3638"/>
            <a:ext cx="14020800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>
              <a:lnSpc>
                <a:spcPct val="114000"/>
              </a:lnSpc>
              <a:buNone/>
            </a:pPr>
            <a:r>
              <a:rPr lang="en-GB" dirty="0"/>
              <a:t>Click to edit Master text styles</a:t>
            </a:r>
          </a:p>
          <a:p>
            <a:pPr lvl="1">
              <a:lnSpc>
                <a:spcPct val="114000"/>
              </a:lnSpc>
              <a:spcBef>
                <a:spcPts val="1000"/>
              </a:spcBef>
            </a:pPr>
            <a:r>
              <a:rPr lang="en-GB" dirty="0"/>
              <a:t>Second level</a:t>
            </a:r>
          </a:p>
          <a:p>
            <a:pPr lvl="2">
              <a:lnSpc>
                <a:spcPct val="114000"/>
              </a:lnSpc>
              <a:spcBef>
                <a:spcPts val="100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GB" dirty="0"/>
              <a:t>Third level</a:t>
            </a:r>
          </a:p>
        </p:txBody>
      </p:sp>
      <p:pic>
        <p:nvPicPr>
          <p:cNvPr id="3" name="Picture 2" descr="A picture containing black, darkness&#10;&#10;Description automatically generated" hidden="1">
            <a:extLst>
              <a:ext uri="{FF2B5EF4-FFF2-40B4-BE49-F238E27FC236}">
                <a16:creationId xmlns:a16="http://schemas.microsoft.com/office/drawing/2014/main" id="{D0996812-ACEF-2708-D65E-97AE86E32B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custDataLst>
      <p:tags r:id="rId32"/>
    </p:custDataLst>
    <p:extLst>
      <p:ext uri="{BB962C8B-B14F-4D97-AF65-F5344CB8AC3E}">
        <p14:creationId xmlns:p14="http://schemas.microsoft.com/office/powerpoint/2010/main" val="336859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706" r:id="rId13"/>
    <p:sldLayoutId id="2147483707" r:id="rId14"/>
    <p:sldLayoutId id="2147483708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</p:sldLayoutIdLst>
  <p:txStyles>
    <p:titleStyle>
      <a:lvl1pPr algn="l" defTabSz="914400" rtl="0" eaLnBrk="1" latinLnBrk="0" hangingPunct="1">
        <a:lnSpc>
          <a:spcPct val="114000"/>
        </a:lnSpc>
        <a:spcBef>
          <a:spcPct val="0"/>
        </a:spcBef>
        <a:buNone/>
        <a:defRPr lang="en-US" sz="2200" kern="1200" dirty="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Font typeface="Arial" panose="020B0604020202020204" pitchFamily="34" charset="0"/>
        <a:buChar char="•"/>
        <a:defRPr lang="en-GB" sz="22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lang="en-GB" sz="22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lang="en-GB" sz="22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 userDrawn="1">
          <p15:clr>
            <a:srgbClr val="5ACBF0"/>
          </p15:clr>
        </p15:guide>
        <p15:guide id="2" pos="5120" userDrawn="1">
          <p15:clr>
            <a:srgbClr val="000000"/>
          </p15:clr>
        </p15:guide>
        <p15:guide id="3" orient="horz" pos="2880" userDrawn="1">
          <p15:clr>
            <a:srgbClr val="000000"/>
          </p15:clr>
        </p15:guide>
        <p15:guide id="4" orient="horz" pos="5184" userDrawn="1">
          <p15:clr>
            <a:srgbClr val="5ACBF0"/>
          </p15:clr>
        </p15:guide>
        <p15:guide id="5" pos="1016" userDrawn="1">
          <p15:clr>
            <a:srgbClr val="5ACBF0"/>
          </p15:clr>
        </p15:guide>
        <p15:guide id="6" pos="512" userDrawn="1">
          <p15:clr>
            <a:srgbClr val="F26B43"/>
          </p15:clr>
        </p15:guide>
        <p15:guide id="7" pos="9224" userDrawn="1">
          <p15:clr>
            <a:srgbClr val="5ACBF0"/>
          </p15:clr>
        </p15:guide>
        <p15:guide id="8" pos="9728" userDrawn="1">
          <p15:clr>
            <a:srgbClr val="F26B43"/>
          </p15:clr>
        </p15:guide>
        <p15:guide id="9" orient="horz" pos="288" userDrawn="1">
          <p15:clr>
            <a:srgbClr val="F26B43"/>
          </p15:clr>
        </p15:guide>
        <p15:guide id="10" orient="horz" pos="5472" userDrawn="1">
          <p15:clr>
            <a:srgbClr val="F26B43"/>
          </p15:clr>
        </p15:guide>
        <p15:guide id="11" pos="8576" userDrawn="1">
          <p15:clr>
            <a:srgbClr val="5ACBF0"/>
          </p15:clr>
        </p15:guide>
        <p15:guide id="12" pos="8192" userDrawn="1">
          <p15:clr>
            <a:srgbClr val="5ACBF0"/>
          </p15:clr>
        </p15:guide>
        <p15:guide id="13" pos="1664" userDrawn="1">
          <p15:clr>
            <a:srgbClr val="5ACBF0"/>
          </p15:clr>
        </p15:guide>
        <p15:guide id="14" pos="2048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BC65F2-8C66-8B08-1C8D-54B4219F9CB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dirty="0"/>
              <a:t>Machine Learning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"/>
          <p:cNvSpPr txBox="1"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>
            <a:spLocks noGrp="1"/>
          </p:cNvSpPr>
          <p:nvPr>
            <p:ph type="body" idx="10"/>
          </p:nvPr>
        </p:nvSpPr>
        <p:spPr/>
        <p:txBody>
          <a:bodyPr/>
          <a:lstStyle/>
          <a:p>
            <a:pPr lvl="0"/>
            <a:r>
              <a:rPr lang="en-US" dirty="0"/>
              <a:t>Learning Path</a:t>
            </a:r>
          </a:p>
        </p:txBody>
      </p:sp>
    </p:spTree>
    <p:extLst>
      <p:ext uri="{BB962C8B-B14F-4D97-AF65-F5344CB8AC3E}">
        <p14:creationId xmlns:p14="http://schemas.microsoft.com/office/powerpoint/2010/main" val="1725970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90E2A19-78C2-4D1C-9F4D-3AA97DF4F539}"/>
              </a:ext>
            </a:extLst>
          </p:cNvPr>
          <p:cNvCxnSpPr>
            <a:cxnSpLocks/>
          </p:cNvCxnSpPr>
          <p:nvPr/>
        </p:nvCxnSpPr>
        <p:spPr>
          <a:xfrm>
            <a:off x="1347931" y="4921250"/>
            <a:ext cx="135601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84DAB9B7-D004-C7B0-3D08-1305B5F0D383}"/>
              </a:ext>
            </a:extLst>
          </p:cNvPr>
          <p:cNvGrpSpPr/>
          <p:nvPr/>
        </p:nvGrpSpPr>
        <p:grpSpPr>
          <a:xfrm>
            <a:off x="1398630" y="1946626"/>
            <a:ext cx="4587050" cy="3303402"/>
            <a:chOff x="1398630" y="1946626"/>
            <a:chExt cx="4587050" cy="3303402"/>
          </a:xfrm>
        </p:grpSpPr>
        <p:sp>
          <p:nvSpPr>
            <p:cNvPr id="65" name="Rounded Rectangle 19">
              <a:extLst>
                <a:ext uri="{FF2B5EF4-FFF2-40B4-BE49-F238E27FC236}">
                  <a16:creationId xmlns:a16="http://schemas.microsoft.com/office/drawing/2014/main" id="{88CD7D5E-00A4-4937-B04D-A48DDAFAE70C}"/>
                </a:ext>
              </a:extLst>
            </p:cNvPr>
            <p:cNvSpPr/>
            <p:nvPr/>
          </p:nvSpPr>
          <p:spPr>
            <a:xfrm>
              <a:off x="1398630" y="1946626"/>
              <a:ext cx="4587050" cy="1969770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charset="0"/>
                  <a:ea typeface="Open Sans" charset="0"/>
                  <a:cs typeface="Open Sans" charset="0"/>
                </a:rPr>
                <a:t>Introduction to Machine Learning: </a:t>
              </a:r>
              <a:r>
                <a:rPr 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charset="0"/>
                  <a:ea typeface="Open Sans" charset="0"/>
                  <a:cs typeface="Open Sans" charset="0"/>
                </a:rPr>
                <a:t>Focuses on the basics of machine learning</a:t>
              </a: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0769566-C50D-427E-8283-D16F05997D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9761" y="3925774"/>
              <a:ext cx="0" cy="9421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32EB7D12-60A7-4327-ACCE-5AB5EDEB9AD7}"/>
                </a:ext>
              </a:extLst>
            </p:cNvPr>
            <p:cNvSpPr/>
            <p:nvPr/>
          </p:nvSpPr>
          <p:spPr>
            <a:xfrm>
              <a:off x="3120139" y="4600423"/>
              <a:ext cx="659244" cy="649605"/>
            </a:xfrm>
            <a:prstGeom prst="ellipse">
              <a:avLst/>
            </a:prstGeom>
            <a:solidFill>
              <a:srgbClr val="162E5D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charset="0"/>
                  <a:ea typeface="Open Sans" charset="0"/>
                  <a:cs typeface="Open Sans" charset="0"/>
                </a:rPr>
                <a:t>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C2A3E89-AE04-554B-DCF6-25322322A02D}"/>
              </a:ext>
            </a:extLst>
          </p:cNvPr>
          <p:cNvGrpSpPr/>
          <p:nvPr/>
        </p:nvGrpSpPr>
        <p:grpSpPr>
          <a:xfrm>
            <a:off x="5912299" y="4551439"/>
            <a:ext cx="5045755" cy="3776234"/>
            <a:chOff x="4856253" y="4551439"/>
            <a:chExt cx="5045755" cy="3776234"/>
          </a:xfrm>
        </p:grpSpPr>
        <p:sp>
          <p:nvSpPr>
            <p:cNvPr id="66" name="Rounded Rectangle 20">
              <a:extLst>
                <a:ext uri="{FF2B5EF4-FFF2-40B4-BE49-F238E27FC236}">
                  <a16:creationId xmlns:a16="http://schemas.microsoft.com/office/drawing/2014/main" id="{B61E1ECE-3DBD-4937-8C39-F7AA25A6655A}"/>
                </a:ext>
              </a:extLst>
            </p:cNvPr>
            <p:cNvSpPr/>
            <p:nvPr/>
          </p:nvSpPr>
          <p:spPr>
            <a:xfrm>
              <a:off x="4856253" y="6046694"/>
              <a:ext cx="5045755" cy="2280979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charset="0"/>
                  <a:ea typeface="Open Sans" charset="0"/>
                  <a:cs typeface="Open Sans" charset="0"/>
                </a:rPr>
                <a:t>Supervised Learning: Regression and Applications: </a:t>
              </a:r>
              <a:r>
                <a:rPr 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charset="0"/>
                  <a:ea typeface="Open Sans" charset="0"/>
                  <a:cs typeface="Open Sans" charset="0"/>
                </a:rPr>
                <a:t>Focuses on supervised learning, with an emphasis on understanding and implementing different types of regression models.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FF654C8-4ADD-4CA9-87AC-2C3DE4590F4C}"/>
                </a:ext>
              </a:extLst>
            </p:cNvPr>
            <p:cNvCxnSpPr>
              <a:cxnSpLocks/>
              <a:stCxn id="66" idx="0"/>
            </p:cNvCxnSpPr>
            <p:nvPr/>
          </p:nvCxnSpPr>
          <p:spPr>
            <a:xfrm flipV="1">
              <a:off x="7379131" y="4914038"/>
              <a:ext cx="0" cy="11326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79D547B-3B8D-4A9A-A51F-7A601364A292}"/>
                </a:ext>
              </a:extLst>
            </p:cNvPr>
            <p:cNvSpPr/>
            <p:nvPr/>
          </p:nvSpPr>
          <p:spPr>
            <a:xfrm>
              <a:off x="7033413" y="4551439"/>
              <a:ext cx="659244" cy="649605"/>
            </a:xfrm>
            <a:prstGeom prst="ellipse">
              <a:avLst/>
            </a:prstGeom>
            <a:solidFill>
              <a:srgbClr val="162E5D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charset="0"/>
                  <a:ea typeface="Open Sans" charset="0"/>
                  <a:cs typeface="Open Sans" charset="0"/>
                </a:rPr>
                <a:t>2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2A999A8-38A7-7A1C-F00C-80854C4965EE}"/>
              </a:ext>
            </a:extLst>
          </p:cNvPr>
          <p:cNvGrpSpPr/>
          <p:nvPr/>
        </p:nvGrpSpPr>
        <p:grpSpPr>
          <a:xfrm>
            <a:off x="10884673" y="1863963"/>
            <a:ext cx="4587050" cy="3386064"/>
            <a:chOff x="10884673" y="1863963"/>
            <a:chExt cx="4587050" cy="3386064"/>
          </a:xfrm>
        </p:grpSpPr>
        <p:sp>
          <p:nvSpPr>
            <p:cNvPr id="67" name="Rounded Rectangle 24">
              <a:extLst>
                <a:ext uri="{FF2B5EF4-FFF2-40B4-BE49-F238E27FC236}">
                  <a16:creationId xmlns:a16="http://schemas.microsoft.com/office/drawing/2014/main" id="{5BC96E31-B6BD-4554-BEA0-60A717648947}"/>
                </a:ext>
              </a:extLst>
            </p:cNvPr>
            <p:cNvSpPr/>
            <p:nvPr/>
          </p:nvSpPr>
          <p:spPr>
            <a:xfrm>
              <a:off x="10884673" y="1863963"/>
              <a:ext cx="4587050" cy="1969770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charset="0"/>
                  <a:ea typeface="Open Sans" charset="0"/>
                  <a:cs typeface="Open Sans" charset="0"/>
                </a:rPr>
                <a:t>Supervised Learning: Classification and Applications: </a:t>
              </a:r>
              <a:r>
                <a:rPr 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charset="0"/>
                  <a:ea typeface="Open Sans" charset="0"/>
                  <a:cs typeface="Open Sans" charset="0"/>
                </a:rPr>
                <a:t>Focuses on the different types of classification algorithms and their application</a:t>
              </a: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09F8C88-0D1F-4AC1-96BE-24C470DF1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78199" y="3841373"/>
              <a:ext cx="0" cy="9421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3B81AC7-BAB9-41CA-8D9A-A384C26A9DB3}"/>
                </a:ext>
              </a:extLst>
            </p:cNvPr>
            <p:cNvSpPr/>
            <p:nvPr/>
          </p:nvSpPr>
          <p:spPr>
            <a:xfrm>
              <a:off x="12863294" y="4600422"/>
              <a:ext cx="659244" cy="649605"/>
            </a:xfrm>
            <a:prstGeom prst="ellipse">
              <a:avLst/>
            </a:prstGeom>
            <a:solidFill>
              <a:srgbClr val="162E5D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charset="0"/>
                  <a:ea typeface="Open Sans" charset="0"/>
                  <a:cs typeface="Open Sans" charset="0"/>
                </a:rPr>
                <a:t>3</a:t>
              </a: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FDF4613-9C7C-278F-9066-4864F1FA3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Path</a:t>
            </a:r>
          </a:p>
        </p:txBody>
      </p:sp>
      <p:sp>
        <p:nvSpPr>
          <p:cNvPr id="8" name="Brandline_LVC">
            <a:extLst>
              <a:ext uri="{FF2B5EF4-FFF2-40B4-BE49-F238E27FC236}">
                <a16:creationId xmlns:a16="http://schemas.microsoft.com/office/drawing/2014/main" id="{A6561FDF-44F9-FF72-28CC-58ECECB26AA0}"/>
              </a:ext>
            </a:extLst>
          </p:cNvPr>
          <p:cNvSpPr/>
          <p:nvPr/>
        </p:nvSpPr>
        <p:spPr>
          <a:xfrm>
            <a:off x="6578600" y="816324"/>
            <a:ext cx="3101658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079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90E2A19-78C2-4D1C-9F4D-3AA97DF4F539}"/>
              </a:ext>
            </a:extLst>
          </p:cNvPr>
          <p:cNvCxnSpPr>
            <a:cxnSpLocks/>
          </p:cNvCxnSpPr>
          <p:nvPr/>
        </p:nvCxnSpPr>
        <p:spPr>
          <a:xfrm>
            <a:off x="1347931" y="4921250"/>
            <a:ext cx="135601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84DAB9B7-D004-C7B0-3D08-1305B5F0D383}"/>
              </a:ext>
            </a:extLst>
          </p:cNvPr>
          <p:cNvGrpSpPr/>
          <p:nvPr/>
        </p:nvGrpSpPr>
        <p:grpSpPr>
          <a:xfrm>
            <a:off x="1398630" y="1946626"/>
            <a:ext cx="4587050" cy="3303402"/>
            <a:chOff x="1398630" y="1946626"/>
            <a:chExt cx="4587050" cy="3303402"/>
          </a:xfrm>
        </p:grpSpPr>
        <p:sp>
          <p:nvSpPr>
            <p:cNvPr id="65" name="Rounded Rectangle 19">
              <a:extLst>
                <a:ext uri="{FF2B5EF4-FFF2-40B4-BE49-F238E27FC236}">
                  <a16:creationId xmlns:a16="http://schemas.microsoft.com/office/drawing/2014/main" id="{88CD7D5E-00A4-4937-B04D-A48DDAFAE70C}"/>
                </a:ext>
              </a:extLst>
            </p:cNvPr>
            <p:cNvSpPr/>
            <p:nvPr/>
          </p:nvSpPr>
          <p:spPr>
            <a:xfrm>
              <a:off x="1398630" y="1946626"/>
              <a:ext cx="4587050" cy="1969770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charset="0"/>
                  <a:ea typeface="Open Sans" charset="0"/>
                  <a:cs typeface="Open Sans" charset="0"/>
                </a:rPr>
                <a:t>Ensemble Learning: </a:t>
              </a:r>
              <a:r>
                <a:rPr 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charset="0"/>
                  <a:ea typeface="Open Sans" charset="0"/>
                  <a:cs typeface="Open Sans" charset="0"/>
                </a:rPr>
                <a:t>Focuses on advanced ensemble methods to enhance the performance and robustness of classification models.</a:t>
              </a:r>
              <a:endPara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endParaRP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0769566-C50D-427E-8283-D16F05997D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9761" y="3925774"/>
              <a:ext cx="0" cy="9421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32EB7D12-60A7-4327-ACCE-5AB5EDEB9AD7}"/>
                </a:ext>
              </a:extLst>
            </p:cNvPr>
            <p:cNvSpPr/>
            <p:nvPr/>
          </p:nvSpPr>
          <p:spPr>
            <a:xfrm>
              <a:off x="3120139" y="4600423"/>
              <a:ext cx="659244" cy="649605"/>
            </a:xfrm>
            <a:prstGeom prst="ellipse">
              <a:avLst/>
            </a:prstGeom>
            <a:solidFill>
              <a:srgbClr val="162E5D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charset="0"/>
                  <a:ea typeface="Open Sans" charset="0"/>
                  <a:cs typeface="Open Sans" charset="0"/>
                </a:rPr>
                <a:t>4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C2A3E89-AE04-554B-DCF6-25322322A02D}"/>
              </a:ext>
            </a:extLst>
          </p:cNvPr>
          <p:cNvGrpSpPr/>
          <p:nvPr/>
        </p:nvGrpSpPr>
        <p:grpSpPr>
          <a:xfrm>
            <a:off x="5912299" y="4551439"/>
            <a:ext cx="5045755" cy="3776234"/>
            <a:chOff x="4856253" y="4551439"/>
            <a:chExt cx="5045755" cy="3776234"/>
          </a:xfrm>
        </p:grpSpPr>
        <p:sp>
          <p:nvSpPr>
            <p:cNvPr id="66" name="Rounded Rectangle 20">
              <a:extLst>
                <a:ext uri="{FF2B5EF4-FFF2-40B4-BE49-F238E27FC236}">
                  <a16:creationId xmlns:a16="http://schemas.microsoft.com/office/drawing/2014/main" id="{B61E1ECE-3DBD-4937-8C39-F7AA25A6655A}"/>
                </a:ext>
              </a:extLst>
            </p:cNvPr>
            <p:cNvSpPr/>
            <p:nvPr/>
          </p:nvSpPr>
          <p:spPr>
            <a:xfrm>
              <a:off x="4856253" y="6046694"/>
              <a:ext cx="5045755" cy="2280979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charset="0"/>
                  <a:ea typeface="Open Sans" charset="0"/>
                  <a:cs typeface="Open Sans" charset="0"/>
                </a:rPr>
                <a:t>Unsupervised Algorithms: </a:t>
              </a:r>
              <a:r>
                <a:rPr 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charset="0"/>
                  <a:ea typeface="Open Sans" charset="0"/>
                  <a:cs typeface="Open Sans" charset="0"/>
                </a:rPr>
                <a:t>Focuses on analyzing different unsupervised algorithms and clustering types</a:t>
              </a:r>
              <a:endPara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endParaRPr>
            </a:p>
            <a:p>
              <a:pPr algn="ctr"/>
              <a:endPara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endParaRP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FF654C8-4ADD-4CA9-87AC-2C3DE4590F4C}"/>
                </a:ext>
              </a:extLst>
            </p:cNvPr>
            <p:cNvCxnSpPr>
              <a:cxnSpLocks/>
              <a:stCxn id="66" idx="0"/>
            </p:cNvCxnSpPr>
            <p:nvPr/>
          </p:nvCxnSpPr>
          <p:spPr>
            <a:xfrm flipV="1">
              <a:off x="7379131" y="4914038"/>
              <a:ext cx="0" cy="11326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79D547B-3B8D-4A9A-A51F-7A601364A292}"/>
                </a:ext>
              </a:extLst>
            </p:cNvPr>
            <p:cNvSpPr/>
            <p:nvPr/>
          </p:nvSpPr>
          <p:spPr>
            <a:xfrm>
              <a:off x="7033413" y="4551439"/>
              <a:ext cx="659244" cy="649605"/>
            </a:xfrm>
            <a:prstGeom prst="ellipse">
              <a:avLst/>
            </a:prstGeom>
            <a:solidFill>
              <a:srgbClr val="162E5D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charset="0"/>
                  <a:ea typeface="Open Sans" charset="0"/>
                  <a:cs typeface="Open Sans" charset="0"/>
                </a:rPr>
                <a:t>5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2A999A8-38A7-7A1C-F00C-80854C4965EE}"/>
              </a:ext>
            </a:extLst>
          </p:cNvPr>
          <p:cNvGrpSpPr/>
          <p:nvPr/>
        </p:nvGrpSpPr>
        <p:grpSpPr>
          <a:xfrm>
            <a:off x="10884673" y="1863963"/>
            <a:ext cx="4587050" cy="3386064"/>
            <a:chOff x="10884673" y="1863963"/>
            <a:chExt cx="4587050" cy="3386064"/>
          </a:xfrm>
        </p:grpSpPr>
        <p:sp>
          <p:nvSpPr>
            <p:cNvPr id="67" name="Rounded Rectangle 24">
              <a:extLst>
                <a:ext uri="{FF2B5EF4-FFF2-40B4-BE49-F238E27FC236}">
                  <a16:creationId xmlns:a16="http://schemas.microsoft.com/office/drawing/2014/main" id="{5BC96E31-B6BD-4554-BEA0-60A717648947}"/>
                </a:ext>
              </a:extLst>
            </p:cNvPr>
            <p:cNvSpPr/>
            <p:nvPr/>
          </p:nvSpPr>
          <p:spPr>
            <a:xfrm>
              <a:off x="10884673" y="1863963"/>
              <a:ext cx="4587050" cy="1969770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charset="0"/>
                  <a:ea typeface="Open Sans" charset="0"/>
                  <a:cs typeface="Open Sans" charset="0"/>
                </a:rPr>
                <a:t>Recommender Systems: </a:t>
              </a:r>
              <a:r>
                <a:rPr 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charset="0"/>
                  <a:ea typeface="Open Sans" charset="0"/>
                  <a:cs typeface="Open Sans" charset="0"/>
                </a:rPr>
                <a:t>Focuses on different recommender systems and their designs</a:t>
              </a:r>
              <a:endPara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endParaRP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09F8C88-0D1F-4AC1-96BE-24C470DF1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78199" y="3841373"/>
              <a:ext cx="0" cy="9421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3B81AC7-BAB9-41CA-8D9A-A384C26A9DB3}"/>
                </a:ext>
              </a:extLst>
            </p:cNvPr>
            <p:cNvSpPr/>
            <p:nvPr/>
          </p:nvSpPr>
          <p:spPr>
            <a:xfrm>
              <a:off x="12863294" y="4600422"/>
              <a:ext cx="659244" cy="649605"/>
            </a:xfrm>
            <a:prstGeom prst="ellipse">
              <a:avLst/>
            </a:prstGeom>
            <a:solidFill>
              <a:srgbClr val="162E5D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Open Sans" charset="0"/>
                  <a:ea typeface="Open Sans" charset="0"/>
                  <a:cs typeface="Open Sans" charset="0"/>
                </a:rPr>
                <a:t>6</a:t>
              </a: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FDF4613-9C7C-278F-9066-4864F1FA3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Path</a:t>
            </a:r>
          </a:p>
        </p:txBody>
      </p:sp>
      <p:sp>
        <p:nvSpPr>
          <p:cNvPr id="8" name="Brandline_LVC">
            <a:extLst>
              <a:ext uri="{FF2B5EF4-FFF2-40B4-BE49-F238E27FC236}">
                <a16:creationId xmlns:a16="http://schemas.microsoft.com/office/drawing/2014/main" id="{A6561FDF-44F9-FF72-28CC-58ECECB26AA0}"/>
              </a:ext>
            </a:extLst>
          </p:cNvPr>
          <p:cNvSpPr/>
          <p:nvPr/>
        </p:nvSpPr>
        <p:spPr>
          <a:xfrm>
            <a:off x="6578600" y="816324"/>
            <a:ext cx="3101658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1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Course Components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8429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439;p50">
            <a:extLst>
              <a:ext uri="{FF2B5EF4-FFF2-40B4-BE49-F238E27FC236}">
                <a16:creationId xmlns:a16="http://schemas.microsoft.com/office/drawing/2014/main" id="{126217AB-E068-42E3-8A67-45538C7369CB}"/>
              </a:ext>
            </a:extLst>
          </p:cNvPr>
          <p:cNvGrpSpPr/>
          <p:nvPr/>
        </p:nvGrpSpPr>
        <p:grpSpPr>
          <a:xfrm>
            <a:off x="4953155" y="2095263"/>
            <a:ext cx="6061374" cy="1454731"/>
            <a:chOff x="3665537" y="1128712"/>
            <a:chExt cx="9612512" cy="1952625"/>
          </a:xfrm>
        </p:grpSpPr>
        <p:sp>
          <p:nvSpPr>
            <p:cNvPr id="9" name="Google Shape;440;p50">
              <a:extLst>
                <a:ext uri="{FF2B5EF4-FFF2-40B4-BE49-F238E27FC236}">
                  <a16:creationId xmlns:a16="http://schemas.microsoft.com/office/drawing/2014/main" id="{ED2079A5-8689-412F-B8B5-B648B8479390}"/>
                </a:ext>
              </a:extLst>
            </p:cNvPr>
            <p:cNvSpPr/>
            <p:nvPr/>
          </p:nvSpPr>
          <p:spPr>
            <a:xfrm>
              <a:off x="4138643" y="1128712"/>
              <a:ext cx="8448770" cy="1952625"/>
            </a:xfrm>
            <a:custGeom>
              <a:avLst/>
              <a:gdLst/>
              <a:ahLst/>
              <a:cxnLst/>
              <a:rect l="l" t="t" r="r" b="b"/>
              <a:pathLst>
                <a:path w="8448770" h="1952625" extrusionOk="0">
                  <a:moveTo>
                    <a:pt x="7482269" y="0"/>
                  </a:moveTo>
                  <a:lnTo>
                    <a:pt x="66675" y="0"/>
                  </a:lnTo>
                  <a:cubicBezTo>
                    <a:pt x="29813" y="0"/>
                    <a:pt x="0" y="29813"/>
                    <a:pt x="0" y="66675"/>
                  </a:cubicBezTo>
                  <a:lnTo>
                    <a:pt x="0" y="1885950"/>
                  </a:lnTo>
                  <a:cubicBezTo>
                    <a:pt x="0" y="1922812"/>
                    <a:pt x="29813" y="1952625"/>
                    <a:pt x="66675" y="1952625"/>
                  </a:cubicBezTo>
                  <a:lnTo>
                    <a:pt x="7482269" y="1952625"/>
                  </a:lnTo>
                  <a:cubicBezTo>
                    <a:pt x="8016050" y="1952625"/>
                    <a:pt x="8448770" y="1519904"/>
                    <a:pt x="8448770" y="986028"/>
                  </a:cubicBezTo>
                  <a:lnTo>
                    <a:pt x="8448770" y="966502"/>
                  </a:lnTo>
                  <a:cubicBezTo>
                    <a:pt x="8448770" y="432721"/>
                    <a:pt x="8016050" y="0"/>
                    <a:pt x="7482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441;p50">
              <a:extLst>
                <a:ext uri="{FF2B5EF4-FFF2-40B4-BE49-F238E27FC236}">
                  <a16:creationId xmlns:a16="http://schemas.microsoft.com/office/drawing/2014/main" id="{116EF85B-CEA9-4028-B32D-B841484D3887}"/>
                </a:ext>
              </a:extLst>
            </p:cNvPr>
            <p:cNvSpPr/>
            <p:nvPr/>
          </p:nvSpPr>
          <p:spPr>
            <a:xfrm>
              <a:off x="4157692" y="1147761"/>
              <a:ext cx="9120357" cy="1914620"/>
            </a:xfrm>
            <a:custGeom>
              <a:avLst/>
              <a:gdLst/>
              <a:ahLst/>
              <a:cxnLst/>
              <a:rect l="l" t="t" r="r" b="b"/>
              <a:pathLst>
                <a:path w="8410765" h="1914620" extrusionOk="0">
                  <a:moveTo>
                    <a:pt x="47625" y="1914525"/>
                  </a:moveTo>
                  <a:cubicBezTo>
                    <a:pt x="21336" y="1914525"/>
                    <a:pt x="0" y="1893189"/>
                    <a:pt x="0" y="1866900"/>
                  </a:cubicBezTo>
                  <a:lnTo>
                    <a:pt x="0" y="47625"/>
                  </a:lnTo>
                  <a:cubicBezTo>
                    <a:pt x="0" y="21336"/>
                    <a:pt x="21336" y="0"/>
                    <a:pt x="47625" y="0"/>
                  </a:cubicBezTo>
                  <a:lnTo>
                    <a:pt x="7463219" y="0"/>
                  </a:lnTo>
                  <a:cubicBezTo>
                    <a:pt x="7985665" y="0"/>
                    <a:pt x="8410766" y="425006"/>
                    <a:pt x="8410766" y="947547"/>
                  </a:cubicBezTo>
                  <a:lnTo>
                    <a:pt x="8410766" y="967073"/>
                  </a:lnTo>
                  <a:cubicBezTo>
                    <a:pt x="8410766" y="1489520"/>
                    <a:pt x="7985665" y="1914620"/>
                    <a:pt x="7463219" y="1914620"/>
                  </a:cubicBezTo>
                  <a:lnTo>
                    <a:pt x="47625" y="191462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442;p50">
              <a:extLst>
                <a:ext uri="{FF2B5EF4-FFF2-40B4-BE49-F238E27FC236}">
                  <a16:creationId xmlns:a16="http://schemas.microsoft.com/office/drawing/2014/main" id="{06E0935F-4568-473D-9054-1F2995B4725A}"/>
                </a:ext>
              </a:extLst>
            </p:cNvPr>
            <p:cNvSpPr/>
            <p:nvPr/>
          </p:nvSpPr>
          <p:spPr>
            <a:xfrm>
              <a:off x="4139786" y="1576387"/>
              <a:ext cx="1495424" cy="1057275"/>
            </a:xfrm>
            <a:custGeom>
              <a:avLst/>
              <a:gdLst/>
              <a:ahLst/>
              <a:cxnLst/>
              <a:rect l="l" t="t" r="r" b="b"/>
              <a:pathLst>
                <a:path w="1495424" h="1057275" extrusionOk="0">
                  <a:moveTo>
                    <a:pt x="972026" y="1057275"/>
                  </a:moveTo>
                  <a:lnTo>
                    <a:pt x="0" y="1057275"/>
                  </a:lnTo>
                  <a:lnTo>
                    <a:pt x="0" y="0"/>
                  </a:lnTo>
                  <a:lnTo>
                    <a:pt x="972026" y="0"/>
                  </a:lnTo>
                  <a:cubicBezTo>
                    <a:pt x="1261015" y="0"/>
                    <a:pt x="1495425" y="234315"/>
                    <a:pt x="1495425" y="523304"/>
                  </a:cubicBezTo>
                  <a:lnTo>
                    <a:pt x="1495425" y="533876"/>
                  </a:lnTo>
                  <a:cubicBezTo>
                    <a:pt x="1495425" y="822960"/>
                    <a:pt x="1261110" y="1057275"/>
                    <a:pt x="972026" y="1057275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443;p50">
              <a:extLst>
                <a:ext uri="{FF2B5EF4-FFF2-40B4-BE49-F238E27FC236}">
                  <a16:creationId xmlns:a16="http://schemas.microsoft.com/office/drawing/2014/main" id="{C27162D1-1517-4D8C-8C72-60FC54F029B1}"/>
                </a:ext>
              </a:extLst>
            </p:cNvPr>
            <p:cNvSpPr/>
            <p:nvPr/>
          </p:nvSpPr>
          <p:spPr>
            <a:xfrm>
              <a:off x="3665537" y="1377600"/>
              <a:ext cx="473106" cy="198786"/>
            </a:xfrm>
            <a:custGeom>
              <a:avLst/>
              <a:gdLst/>
              <a:ahLst/>
              <a:cxnLst/>
              <a:rect l="l" t="t" r="r" b="b"/>
              <a:pathLst>
                <a:path w="473106" h="198786" extrusionOk="0">
                  <a:moveTo>
                    <a:pt x="473107" y="0"/>
                  </a:moveTo>
                  <a:lnTo>
                    <a:pt x="0" y="198787"/>
                  </a:lnTo>
                  <a:lnTo>
                    <a:pt x="473107" y="198787"/>
                  </a:lnTo>
                  <a:close/>
                </a:path>
              </a:pathLst>
            </a:custGeom>
            <a:solidFill>
              <a:srgbClr val="B5441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444;p50">
              <a:extLst>
                <a:ext uri="{FF2B5EF4-FFF2-40B4-BE49-F238E27FC236}">
                  <a16:creationId xmlns:a16="http://schemas.microsoft.com/office/drawing/2014/main" id="{B166CB1E-B44F-4AAC-A9CB-EEAADA6330D3}"/>
                </a:ext>
              </a:extLst>
            </p:cNvPr>
            <p:cNvSpPr/>
            <p:nvPr/>
          </p:nvSpPr>
          <p:spPr>
            <a:xfrm>
              <a:off x="3665537" y="2633662"/>
              <a:ext cx="473106" cy="198786"/>
            </a:xfrm>
            <a:custGeom>
              <a:avLst/>
              <a:gdLst/>
              <a:ahLst/>
              <a:cxnLst/>
              <a:rect l="l" t="t" r="r" b="b"/>
              <a:pathLst>
                <a:path w="473106" h="198786" extrusionOk="0">
                  <a:moveTo>
                    <a:pt x="473107" y="198787"/>
                  </a:moveTo>
                  <a:lnTo>
                    <a:pt x="0" y="0"/>
                  </a:lnTo>
                  <a:lnTo>
                    <a:pt x="473107" y="0"/>
                  </a:lnTo>
                  <a:close/>
                </a:path>
              </a:pathLst>
            </a:custGeom>
            <a:solidFill>
              <a:srgbClr val="B5441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445;p50">
              <a:extLst>
                <a:ext uri="{FF2B5EF4-FFF2-40B4-BE49-F238E27FC236}">
                  <a16:creationId xmlns:a16="http://schemas.microsoft.com/office/drawing/2014/main" id="{7742F2DF-B831-417C-A0E3-6F6C99246DCE}"/>
                </a:ext>
              </a:extLst>
            </p:cNvPr>
            <p:cNvSpPr/>
            <p:nvPr/>
          </p:nvSpPr>
          <p:spPr>
            <a:xfrm>
              <a:off x="3665537" y="1576387"/>
              <a:ext cx="1968531" cy="1057275"/>
            </a:xfrm>
            <a:custGeom>
              <a:avLst/>
              <a:gdLst/>
              <a:ahLst/>
              <a:cxnLst/>
              <a:rect l="l" t="t" r="r" b="b"/>
              <a:pathLst>
                <a:path w="1968531" h="1057275" extrusionOk="0">
                  <a:moveTo>
                    <a:pt x="1445133" y="1057275"/>
                  </a:moveTo>
                  <a:lnTo>
                    <a:pt x="0" y="1057275"/>
                  </a:lnTo>
                  <a:lnTo>
                    <a:pt x="0" y="0"/>
                  </a:lnTo>
                  <a:lnTo>
                    <a:pt x="1445133" y="0"/>
                  </a:lnTo>
                  <a:cubicBezTo>
                    <a:pt x="1734217" y="0"/>
                    <a:pt x="1968532" y="234315"/>
                    <a:pt x="1968532" y="523304"/>
                  </a:cubicBezTo>
                  <a:lnTo>
                    <a:pt x="1968532" y="533876"/>
                  </a:lnTo>
                  <a:cubicBezTo>
                    <a:pt x="1968532" y="822960"/>
                    <a:pt x="1734217" y="1057275"/>
                    <a:pt x="1445133" y="1057275"/>
                  </a:cubicBezTo>
                  <a:close/>
                </a:path>
              </a:pathLst>
            </a:custGeom>
            <a:solidFill>
              <a:srgbClr val="FF896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446;p50">
              <a:extLst>
                <a:ext uri="{FF2B5EF4-FFF2-40B4-BE49-F238E27FC236}">
                  <a16:creationId xmlns:a16="http://schemas.microsoft.com/office/drawing/2014/main" id="{DB89538C-0AAD-4D65-993F-DFBBF7A73CB8}"/>
                </a:ext>
              </a:extLst>
            </p:cNvPr>
            <p:cNvSpPr/>
            <p:nvPr/>
          </p:nvSpPr>
          <p:spPr>
            <a:xfrm>
              <a:off x="3665537" y="2633662"/>
              <a:ext cx="473106" cy="198786"/>
            </a:xfrm>
            <a:custGeom>
              <a:avLst/>
              <a:gdLst/>
              <a:ahLst/>
              <a:cxnLst/>
              <a:rect l="l" t="t" r="r" b="b"/>
              <a:pathLst>
                <a:path w="473106" h="198786" extrusionOk="0">
                  <a:moveTo>
                    <a:pt x="473107" y="198787"/>
                  </a:moveTo>
                  <a:lnTo>
                    <a:pt x="0" y="0"/>
                  </a:lnTo>
                  <a:lnTo>
                    <a:pt x="473107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447;p50">
              <a:extLst>
                <a:ext uri="{FF2B5EF4-FFF2-40B4-BE49-F238E27FC236}">
                  <a16:creationId xmlns:a16="http://schemas.microsoft.com/office/drawing/2014/main" id="{0CD6D9CF-155D-431A-BAF0-9ED1E7A80F8A}"/>
                </a:ext>
              </a:extLst>
            </p:cNvPr>
            <p:cNvSpPr/>
            <p:nvPr/>
          </p:nvSpPr>
          <p:spPr>
            <a:xfrm>
              <a:off x="3665537" y="1377600"/>
              <a:ext cx="473106" cy="198786"/>
            </a:xfrm>
            <a:custGeom>
              <a:avLst/>
              <a:gdLst/>
              <a:ahLst/>
              <a:cxnLst/>
              <a:rect l="l" t="t" r="r" b="b"/>
              <a:pathLst>
                <a:path w="473106" h="198786" extrusionOk="0">
                  <a:moveTo>
                    <a:pt x="473107" y="0"/>
                  </a:moveTo>
                  <a:lnTo>
                    <a:pt x="0" y="198787"/>
                  </a:lnTo>
                  <a:lnTo>
                    <a:pt x="473107" y="198787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448;p50">
            <a:extLst>
              <a:ext uri="{FF2B5EF4-FFF2-40B4-BE49-F238E27FC236}">
                <a16:creationId xmlns:a16="http://schemas.microsoft.com/office/drawing/2014/main" id="{456B3600-2F50-45EF-A09F-1FC32B1BF10C}"/>
              </a:ext>
            </a:extLst>
          </p:cNvPr>
          <p:cNvGrpSpPr/>
          <p:nvPr/>
        </p:nvGrpSpPr>
        <p:grpSpPr>
          <a:xfrm>
            <a:off x="4953411" y="3884155"/>
            <a:ext cx="6061051" cy="1454400"/>
            <a:chOff x="3665537" y="3596829"/>
            <a:chExt cx="8921876" cy="1952625"/>
          </a:xfrm>
        </p:grpSpPr>
        <p:sp>
          <p:nvSpPr>
            <p:cNvPr id="22" name="Google Shape;449;p50">
              <a:extLst>
                <a:ext uri="{FF2B5EF4-FFF2-40B4-BE49-F238E27FC236}">
                  <a16:creationId xmlns:a16="http://schemas.microsoft.com/office/drawing/2014/main" id="{C87AA9BE-228C-4B73-B22E-22E88918414C}"/>
                </a:ext>
              </a:extLst>
            </p:cNvPr>
            <p:cNvSpPr/>
            <p:nvPr/>
          </p:nvSpPr>
          <p:spPr>
            <a:xfrm>
              <a:off x="4138643" y="3596829"/>
              <a:ext cx="8448770" cy="1952625"/>
            </a:xfrm>
            <a:custGeom>
              <a:avLst/>
              <a:gdLst/>
              <a:ahLst/>
              <a:cxnLst/>
              <a:rect l="l" t="t" r="r" b="b"/>
              <a:pathLst>
                <a:path w="8448770" h="1952625" extrusionOk="0">
                  <a:moveTo>
                    <a:pt x="7482269" y="0"/>
                  </a:moveTo>
                  <a:lnTo>
                    <a:pt x="66675" y="0"/>
                  </a:lnTo>
                  <a:cubicBezTo>
                    <a:pt x="29813" y="0"/>
                    <a:pt x="0" y="29813"/>
                    <a:pt x="0" y="66675"/>
                  </a:cubicBezTo>
                  <a:lnTo>
                    <a:pt x="0" y="1885950"/>
                  </a:lnTo>
                  <a:cubicBezTo>
                    <a:pt x="0" y="1922812"/>
                    <a:pt x="29813" y="1952625"/>
                    <a:pt x="66675" y="1952625"/>
                  </a:cubicBezTo>
                  <a:lnTo>
                    <a:pt x="7482269" y="1952625"/>
                  </a:lnTo>
                  <a:cubicBezTo>
                    <a:pt x="8016050" y="1952625"/>
                    <a:pt x="8448770" y="1519904"/>
                    <a:pt x="8448770" y="986028"/>
                  </a:cubicBezTo>
                  <a:lnTo>
                    <a:pt x="8448770" y="966502"/>
                  </a:lnTo>
                  <a:cubicBezTo>
                    <a:pt x="8448770" y="432721"/>
                    <a:pt x="8016050" y="0"/>
                    <a:pt x="7482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450;p50">
              <a:extLst>
                <a:ext uri="{FF2B5EF4-FFF2-40B4-BE49-F238E27FC236}">
                  <a16:creationId xmlns:a16="http://schemas.microsoft.com/office/drawing/2014/main" id="{F76E2C65-D8C6-4530-943A-B6608A1E2294}"/>
                </a:ext>
              </a:extLst>
            </p:cNvPr>
            <p:cNvSpPr/>
            <p:nvPr/>
          </p:nvSpPr>
          <p:spPr>
            <a:xfrm>
              <a:off x="4157693" y="3615879"/>
              <a:ext cx="8410765" cy="1914524"/>
            </a:xfrm>
            <a:custGeom>
              <a:avLst/>
              <a:gdLst/>
              <a:ahLst/>
              <a:cxnLst/>
              <a:rect l="l" t="t" r="r" b="b"/>
              <a:pathLst>
                <a:path w="8410765" h="1914525" extrusionOk="0">
                  <a:moveTo>
                    <a:pt x="47625" y="1914525"/>
                  </a:moveTo>
                  <a:cubicBezTo>
                    <a:pt x="21336" y="1914525"/>
                    <a:pt x="0" y="1893189"/>
                    <a:pt x="0" y="1866900"/>
                  </a:cubicBezTo>
                  <a:lnTo>
                    <a:pt x="0" y="47625"/>
                  </a:lnTo>
                  <a:cubicBezTo>
                    <a:pt x="0" y="21336"/>
                    <a:pt x="21336" y="0"/>
                    <a:pt x="47625" y="0"/>
                  </a:cubicBezTo>
                  <a:lnTo>
                    <a:pt x="7463219" y="0"/>
                  </a:lnTo>
                  <a:cubicBezTo>
                    <a:pt x="7985665" y="0"/>
                    <a:pt x="8410766" y="425005"/>
                    <a:pt x="8410766" y="947452"/>
                  </a:cubicBezTo>
                  <a:lnTo>
                    <a:pt x="8410766" y="966978"/>
                  </a:lnTo>
                  <a:cubicBezTo>
                    <a:pt x="8410766" y="1489424"/>
                    <a:pt x="7985665" y="1914525"/>
                    <a:pt x="7463219" y="1914525"/>
                  </a:cubicBezTo>
                  <a:lnTo>
                    <a:pt x="47625" y="1914525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451;p50">
              <a:extLst>
                <a:ext uri="{FF2B5EF4-FFF2-40B4-BE49-F238E27FC236}">
                  <a16:creationId xmlns:a16="http://schemas.microsoft.com/office/drawing/2014/main" id="{6DCD0651-B7C4-47A1-970D-A67F49D10F3B}"/>
                </a:ext>
              </a:extLst>
            </p:cNvPr>
            <p:cNvSpPr/>
            <p:nvPr/>
          </p:nvSpPr>
          <p:spPr>
            <a:xfrm>
              <a:off x="4139786" y="4044504"/>
              <a:ext cx="1291615" cy="1057274"/>
            </a:xfrm>
            <a:custGeom>
              <a:avLst/>
              <a:gdLst/>
              <a:ahLst/>
              <a:cxnLst/>
              <a:rect l="l" t="t" r="r" b="b"/>
              <a:pathLst>
                <a:path w="1495424" h="1057275" extrusionOk="0">
                  <a:moveTo>
                    <a:pt x="972026" y="1057275"/>
                  </a:moveTo>
                  <a:lnTo>
                    <a:pt x="0" y="1057275"/>
                  </a:lnTo>
                  <a:lnTo>
                    <a:pt x="0" y="0"/>
                  </a:lnTo>
                  <a:lnTo>
                    <a:pt x="972026" y="0"/>
                  </a:lnTo>
                  <a:cubicBezTo>
                    <a:pt x="1261015" y="0"/>
                    <a:pt x="1495425" y="234315"/>
                    <a:pt x="1495425" y="523304"/>
                  </a:cubicBezTo>
                  <a:lnTo>
                    <a:pt x="1495425" y="533876"/>
                  </a:lnTo>
                  <a:cubicBezTo>
                    <a:pt x="1495425" y="822960"/>
                    <a:pt x="1261110" y="1057275"/>
                    <a:pt x="972026" y="1057275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452;p50">
              <a:extLst>
                <a:ext uri="{FF2B5EF4-FFF2-40B4-BE49-F238E27FC236}">
                  <a16:creationId xmlns:a16="http://schemas.microsoft.com/office/drawing/2014/main" id="{E9712821-F0BC-4935-94D4-1A3317BF26BF}"/>
                </a:ext>
              </a:extLst>
            </p:cNvPr>
            <p:cNvSpPr/>
            <p:nvPr/>
          </p:nvSpPr>
          <p:spPr>
            <a:xfrm>
              <a:off x="3665537" y="3845622"/>
              <a:ext cx="473106" cy="198882"/>
            </a:xfrm>
            <a:custGeom>
              <a:avLst/>
              <a:gdLst/>
              <a:ahLst/>
              <a:cxnLst/>
              <a:rect l="l" t="t" r="r" b="b"/>
              <a:pathLst>
                <a:path w="473106" h="198882" extrusionOk="0">
                  <a:moveTo>
                    <a:pt x="473107" y="0"/>
                  </a:moveTo>
                  <a:lnTo>
                    <a:pt x="0" y="198882"/>
                  </a:lnTo>
                  <a:lnTo>
                    <a:pt x="473107" y="198882"/>
                  </a:lnTo>
                  <a:close/>
                </a:path>
              </a:pathLst>
            </a:custGeom>
            <a:solidFill>
              <a:srgbClr val="BC842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453;p50">
              <a:extLst>
                <a:ext uri="{FF2B5EF4-FFF2-40B4-BE49-F238E27FC236}">
                  <a16:creationId xmlns:a16="http://schemas.microsoft.com/office/drawing/2014/main" id="{AF74169B-7644-4A3E-8B8F-4FD9B115539F}"/>
                </a:ext>
              </a:extLst>
            </p:cNvPr>
            <p:cNvSpPr/>
            <p:nvPr/>
          </p:nvSpPr>
          <p:spPr>
            <a:xfrm>
              <a:off x="3665537" y="5101779"/>
              <a:ext cx="473106" cy="198786"/>
            </a:xfrm>
            <a:custGeom>
              <a:avLst/>
              <a:gdLst/>
              <a:ahLst/>
              <a:cxnLst/>
              <a:rect l="l" t="t" r="r" b="b"/>
              <a:pathLst>
                <a:path w="473106" h="198786" extrusionOk="0">
                  <a:moveTo>
                    <a:pt x="473107" y="198787"/>
                  </a:moveTo>
                  <a:lnTo>
                    <a:pt x="0" y="0"/>
                  </a:lnTo>
                  <a:lnTo>
                    <a:pt x="473107" y="0"/>
                  </a:lnTo>
                  <a:close/>
                </a:path>
              </a:pathLst>
            </a:custGeom>
            <a:solidFill>
              <a:srgbClr val="BC842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454;p50">
              <a:extLst>
                <a:ext uri="{FF2B5EF4-FFF2-40B4-BE49-F238E27FC236}">
                  <a16:creationId xmlns:a16="http://schemas.microsoft.com/office/drawing/2014/main" id="{B6F36139-9DBB-4E51-8307-C7E2155965B8}"/>
                </a:ext>
              </a:extLst>
            </p:cNvPr>
            <p:cNvSpPr/>
            <p:nvPr/>
          </p:nvSpPr>
          <p:spPr>
            <a:xfrm>
              <a:off x="3665537" y="5101779"/>
              <a:ext cx="473106" cy="198786"/>
            </a:xfrm>
            <a:custGeom>
              <a:avLst/>
              <a:gdLst/>
              <a:ahLst/>
              <a:cxnLst/>
              <a:rect l="l" t="t" r="r" b="b"/>
              <a:pathLst>
                <a:path w="473106" h="198786" extrusionOk="0">
                  <a:moveTo>
                    <a:pt x="473107" y="198787"/>
                  </a:moveTo>
                  <a:lnTo>
                    <a:pt x="0" y="0"/>
                  </a:lnTo>
                  <a:lnTo>
                    <a:pt x="473107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455;p50">
              <a:extLst>
                <a:ext uri="{FF2B5EF4-FFF2-40B4-BE49-F238E27FC236}">
                  <a16:creationId xmlns:a16="http://schemas.microsoft.com/office/drawing/2014/main" id="{4D9CFCB2-62BE-4CE1-A8F3-2A55AB78B501}"/>
                </a:ext>
              </a:extLst>
            </p:cNvPr>
            <p:cNvSpPr/>
            <p:nvPr/>
          </p:nvSpPr>
          <p:spPr>
            <a:xfrm>
              <a:off x="3665537" y="3845622"/>
              <a:ext cx="473106" cy="198882"/>
            </a:xfrm>
            <a:custGeom>
              <a:avLst/>
              <a:gdLst/>
              <a:ahLst/>
              <a:cxnLst/>
              <a:rect l="l" t="t" r="r" b="b"/>
              <a:pathLst>
                <a:path w="473106" h="198882" extrusionOk="0">
                  <a:moveTo>
                    <a:pt x="473107" y="0"/>
                  </a:moveTo>
                  <a:lnTo>
                    <a:pt x="0" y="198882"/>
                  </a:lnTo>
                  <a:lnTo>
                    <a:pt x="473107" y="198882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456;p50">
              <a:extLst>
                <a:ext uri="{FF2B5EF4-FFF2-40B4-BE49-F238E27FC236}">
                  <a16:creationId xmlns:a16="http://schemas.microsoft.com/office/drawing/2014/main" id="{39377AC2-0445-48ED-84ED-847DEA4CA44D}"/>
                </a:ext>
              </a:extLst>
            </p:cNvPr>
            <p:cNvSpPr/>
            <p:nvPr/>
          </p:nvSpPr>
          <p:spPr>
            <a:xfrm>
              <a:off x="3665537" y="4044504"/>
              <a:ext cx="1827815" cy="1057274"/>
            </a:xfrm>
            <a:custGeom>
              <a:avLst/>
              <a:gdLst/>
              <a:ahLst/>
              <a:cxnLst/>
              <a:rect l="l" t="t" r="r" b="b"/>
              <a:pathLst>
                <a:path w="1968531" h="1057275" extrusionOk="0">
                  <a:moveTo>
                    <a:pt x="1445133" y="1057275"/>
                  </a:moveTo>
                  <a:lnTo>
                    <a:pt x="0" y="1057275"/>
                  </a:lnTo>
                  <a:lnTo>
                    <a:pt x="0" y="0"/>
                  </a:lnTo>
                  <a:lnTo>
                    <a:pt x="1445133" y="0"/>
                  </a:lnTo>
                  <a:cubicBezTo>
                    <a:pt x="1734217" y="0"/>
                    <a:pt x="1968532" y="234315"/>
                    <a:pt x="1968532" y="523304"/>
                  </a:cubicBezTo>
                  <a:lnTo>
                    <a:pt x="1968532" y="533876"/>
                  </a:lnTo>
                  <a:cubicBezTo>
                    <a:pt x="1968532" y="822960"/>
                    <a:pt x="1734217" y="1057275"/>
                    <a:pt x="1445133" y="1057275"/>
                  </a:cubicBezTo>
                  <a:close/>
                </a:path>
              </a:pathLst>
            </a:custGeom>
            <a:solidFill>
              <a:srgbClr val="F0C8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457;p50">
            <a:extLst>
              <a:ext uri="{FF2B5EF4-FFF2-40B4-BE49-F238E27FC236}">
                <a16:creationId xmlns:a16="http://schemas.microsoft.com/office/drawing/2014/main" id="{DF4B0A3D-6019-4168-9899-3B1F052E09F5}"/>
              </a:ext>
            </a:extLst>
          </p:cNvPr>
          <p:cNvGrpSpPr/>
          <p:nvPr/>
        </p:nvGrpSpPr>
        <p:grpSpPr>
          <a:xfrm>
            <a:off x="4953411" y="5693784"/>
            <a:ext cx="6061051" cy="1454400"/>
            <a:chOff x="3665537" y="6064852"/>
            <a:chExt cx="10104155" cy="1952625"/>
          </a:xfrm>
        </p:grpSpPr>
        <p:sp>
          <p:nvSpPr>
            <p:cNvPr id="31" name="Google Shape;458;p50">
              <a:extLst>
                <a:ext uri="{FF2B5EF4-FFF2-40B4-BE49-F238E27FC236}">
                  <a16:creationId xmlns:a16="http://schemas.microsoft.com/office/drawing/2014/main" id="{AE6207C4-9F59-4C43-A424-13E20966C702}"/>
                </a:ext>
              </a:extLst>
            </p:cNvPr>
            <p:cNvSpPr/>
            <p:nvPr/>
          </p:nvSpPr>
          <p:spPr>
            <a:xfrm>
              <a:off x="4138643" y="6064852"/>
              <a:ext cx="8448770" cy="1952625"/>
            </a:xfrm>
            <a:custGeom>
              <a:avLst/>
              <a:gdLst/>
              <a:ahLst/>
              <a:cxnLst/>
              <a:rect l="l" t="t" r="r" b="b"/>
              <a:pathLst>
                <a:path w="8448770" h="1952625" extrusionOk="0">
                  <a:moveTo>
                    <a:pt x="7482269" y="0"/>
                  </a:moveTo>
                  <a:lnTo>
                    <a:pt x="66675" y="0"/>
                  </a:lnTo>
                  <a:cubicBezTo>
                    <a:pt x="29813" y="0"/>
                    <a:pt x="0" y="29813"/>
                    <a:pt x="0" y="66675"/>
                  </a:cubicBezTo>
                  <a:lnTo>
                    <a:pt x="0" y="1885950"/>
                  </a:lnTo>
                  <a:cubicBezTo>
                    <a:pt x="0" y="1922812"/>
                    <a:pt x="29813" y="1952625"/>
                    <a:pt x="66675" y="1952625"/>
                  </a:cubicBezTo>
                  <a:lnTo>
                    <a:pt x="7482269" y="1952625"/>
                  </a:lnTo>
                  <a:cubicBezTo>
                    <a:pt x="8016050" y="1952625"/>
                    <a:pt x="8448770" y="1519904"/>
                    <a:pt x="8448770" y="986124"/>
                  </a:cubicBezTo>
                  <a:lnTo>
                    <a:pt x="8448770" y="966597"/>
                  </a:lnTo>
                  <a:cubicBezTo>
                    <a:pt x="8448770" y="432721"/>
                    <a:pt x="8016050" y="0"/>
                    <a:pt x="7482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459;p50">
              <a:extLst>
                <a:ext uri="{FF2B5EF4-FFF2-40B4-BE49-F238E27FC236}">
                  <a16:creationId xmlns:a16="http://schemas.microsoft.com/office/drawing/2014/main" id="{1A670FC9-9AB5-4DD6-A664-688AC09519F0}"/>
                </a:ext>
              </a:extLst>
            </p:cNvPr>
            <p:cNvSpPr/>
            <p:nvPr/>
          </p:nvSpPr>
          <p:spPr>
            <a:xfrm>
              <a:off x="4157692" y="6083902"/>
              <a:ext cx="9612000" cy="1889934"/>
            </a:xfrm>
            <a:custGeom>
              <a:avLst/>
              <a:gdLst/>
              <a:ahLst/>
              <a:cxnLst/>
              <a:rect l="l" t="t" r="r" b="b"/>
              <a:pathLst>
                <a:path w="8410765" h="1914620" extrusionOk="0">
                  <a:moveTo>
                    <a:pt x="47625" y="1914525"/>
                  </a:moveTo>
                  <a:cubicBezTo>
                    <a:pt x="21336" y="1914525"/>
                    <a:pt x="0" y="1893189"/>
                    <a:pt x="0" y="1866900"/>
                  </a:cubicBezTo>
                  <a:lnTo>
                    <a:pt x="0" y="47625"/>
                  </a:lnTo>
                  <a:cubicBezTo>
                    <a:pt x="0" y="21336"/>
                    <a:pt x="21336" y="0"/>
                    <a:pt x="47625" y="0"/>
                  </a:cubicBezTo>
                  <a:lnTo>
                    <a:pt x="7463219" y="0"/>
                  </a:lnTo>
                  <a:cubicBezTo>
                    <a:pt x="7985665" y="0"/>
                    <a:pt x="8410766" y="425101"/>
                    <a:pt x="8410766" y="947547"/>
                  </a:cubicBezTo>
                  <a:lnTo>
                    <a:pt x="8410766" y="967074"/>
                  </a:lnTo>
                  <a:cubicBezTo>
                    <a:pt x="8410766" y="1489520"/>
                    <a:pt x="7985665" y="1914620"/>
                    <a:pt x="7463219" y="1914620"/>
                  </a:cubicBezTo>
                  <a:lnTo>
                    <a:pt x="47625" y="191462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460;p50">
              <a:extLst>
                <a:ext uri="{FF2B5EF4-FFF2-40B4-BE49-F238E27FC236}">
                  <a16:creationId xmlns:a16="http://schemas.microsoft.com/office/drawing/2014/main" id="{A09DE887-DA0D-4385-BC33-BAFBB8DD70A2}"/>
                </a:ext>
              </a:extLst>
            </p:cNvPr>
            <p:cNvSpPr/>
            <p:nvPr/>
          </p:nvSpPr>
          <p:spPr>
            <a:xfrm>
              <a:off x="4139786" y="6512527"/>
              <a:ext cx="1495424" cy="1057275"/>
            </a:xfrm>
            <a:custGeom>
              <a:avLst/>
              <a:gdLst/>
              <a:ahLst/>
              <a:cxnLst/>
              <a:rect l="l" t="t" r="r" b="b"/>
              <a:pathLst>
                <a:path w="1495424" h="1057275" extrusionOk="0">
                  <a:moveTo>
                    <a:pt x="972026" y="1057275"/>
                  </a:moveTo>
                  <a:lnTo>
                    <a:pt x="0" y="1057275"/>
                  </a:lnTo>
                  <a:lnTo>
                    <a:pt x="0" y="0"/>
                  </a:lnTo>
                  <a:lnTo>
                    <a:pt x="972026" y="0"/>
                  </a:lnTo>
                  <a:cubicBezTo>
                    <a:pt x="1261015" y="0"/>
                    <a:pt x="1495425" y="234315"/>
                    <a:pt x="1495425" y="523399"/>
                  </a:cubicBezTo>
                  <a:lnTo>
                    <a:pt x="1495425" y="533972"/>
                  </a:lnTo>
                  <a:cubicBezTo>
                    <a:pt x="1495425" y="822960"/>
                    <a:pt x="1261110" y="1057275"/>
                    <a:pt x="972026" y="1057275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461;p50">
              <a:extLst>
                <a:ext uri="{FF2B5EF4-FFF2-40B4-BE49-F238E27FC236}">
                  <a16:creationId xmlns:a16="http://schemas.microsoft.com/office/drawing/2014/main" id="{E0EB439B-C3BD-4806-8B39-709832A6B638}"/>
                </a:ext>
              </a:extLst>
            </p:cNvPr>
            <p:cNvSpPr/>
            <p:nvPr/>
          </p:nvSpPr>
          <p:spPr>
            <a:xfrm>
              <a:off x="3665537" y="6313740"/>
              <a:ext cx="473106" cy="198786"/>
            </a:xfrm>
            <a:custGeom>
              <a:avLst/>
              <a:gdLst/>
              <a:ahLst/>
              <a:cxnLst/>
              <a:rect l="l" t="t" r="r" b="b"/>
              <a:pathLst>
                <a:path w="473106" h="198786" extrusionOk="0">
                  <a:moveTo>
                    <a:pt x="473107" y="0"/>
                  </a:moveTo>
                  <a:lnTo>
                    <a:pt x="0" y="198787"/>
                  </a:lnTo>
                  <a:lnTo>
                    <a:pt x="473107" y="198787"/>
                  </a:lnTo>
                  <a:close/>
                </a:path>
              </a:pathLst>
            </a:custGeom>
            <a:solidFill>
              <a:srgbClr val="328F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462;p50">
              <a:extLst>
                <a:ext uri="{FF2B5EF4-FFF2-40B4-BE49-F238E27FC236}">
                  <a16:creationId xmlns:a16="http://schemas.microsoft.com/office/drawing/2014/main" id="{6DD9611E-72D6-4128-B0FF-33D98AEC7634}"/>
                </a:ext>
              </a:extLst>
            </p:cNvPr>
            <p:cNvSpPr/>
            <p:nvPr/>
          </p:nvSpPr>
          <p:spPr>
            <a:xfrm>
              <a:off x="3665537" y="7569802"/>
              <a:ext cx="473106" cy="198786"/>
            </a:xfrm>
            <a:custGeom>
              <a:avLst/>
              <a:gdLst/>
              <a:ahLst/>
              <a:cxnLst/>
              <a:rect l="l" t="t" r="r" b="b"/>
              <a:pathLst>
                <a:path w="473106" h="198786" extrusionOk="0">
                  <a:moveTo>
                    <a:pt x="473107" y="198787"/>
                  </a:moveTo>
                  <a:lnTo>
                    <a:pt x="0" y="0"/>
                  </a:lnTo>
                  <a:lnTo>
                    <a:pt x="473107" y="0"/>
                  </a:lnTo>
                  <a:close/>
                </a:path>
              </a:pathLst>
            </a:custGeom>
            <a:solidFill>
              <a:srgbClr val="328F8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463;p50">
              <a:extLst>
                <a:ext uri="{FF2B5EF4-FFF2-40B4-BE49-F238E27FC236}">
                  <a16:creationId xmlns:a16="http://schemas.microsoft.com/office/drawing/2014/main" id="{6D148926-36A7-4727-B71F-BDAB935494D5}"/>
                </a:ext>
              </a:extLst>
            </p:cNvPr>
            <p:cNvSpPr/>
            <p:nvPr/>
          </p:nvSpPr>
          <p:spPr>
            <a:xfrm>
              <a:off x="3665537" y="6512527"/>
              <a:ext cx="1968531" cy="1057274"/>
            </a:xfrm>
            <a:custGeom>
              <a:avLst/>
              <a:gdLst/>
              <a:ahLst/>
              <a:cxnLst/>
              <a:rect l="l" t="t" r="r" b="b"/>
              <a:pathLst>
                <a:path w="1968531" h="1057275" extrusionOk="0">
                  <a:moveTo>
                    <a:pt x="1445133" y="1057275"/>
                  </a:moveTo>
                  <a:lnTo>
                    <a:pt x="0" y="1057275"/>
                  </a:lnTo>
                  <a:lnTo>
                    <a:pt x="0" y="0"/>
                  </a:lnTo>
                  <a:lnTo>
                    <a:pt x="1445133" y="0"/>
                  </a:lnTo>
                  <a:cubicBezTo>
                    <a:pt x="1734217" y="0"/>
                    <a:pt x="1968532" y="234315"/>
                    <a:pt x="1968532" y="523399"/>
                  </a:cubicBezTo>
                  <a:lnTo>
                    <a:pt x="1968532" y="533972"/>
                  </a:lnTo>
                  <a:cubicBezTo>
                    <a:pt x="1968532" y="822960"/>
                    <a:pt x="1734217" y="1057275"/>
                    <a:pt x="1445133" y="1057275"/>
                  </a:cubicBezTo>
                  <a:close/>
                </a:path>
              </a:pathLst>
            </a:custGeom>
            <a:solidFill>
              <a:srgbClr val="009FB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464;p50">
              <a:extLst>
                <a:ext uri="{FF2B5EF4-FFF2-40B4-BE49-F238E27FC236}">
                  <a16:creationId xmlns:a16="http://schemas.microsoft.com/office/drawing/2014/main" id="{CA4D0E62-C46A-4155-80CB-ED9919F5CC13}"/>
                </a:ext>
              </a:extLst>
            </p:cNvPr>
            <p:cNvSpPr/>
            <p:nvPr/>
          </p:nvSpPr>
          <p:spPr>
            <a:xfrm>
              <a:off x="3665537" y="7569802"/>
              <a:ext cx="473106" cy="198785"/>
            </a:xfrm>
            <a:custGeom>
              <a:avLst/>
              <a:gdLst/>
              <a:ahLst/>
              <a:cxnLst/>
              <a:rect l="l" t="t" r="r" b="b"/>
              <a:pathLst>
                <a:path w="473106" h="198786" extrusionOk="0">
                  <a:moveTo>
                    <a:pt x="473107" y="198787"/>
                  </a:moveTo>
                  <a:lnTo>
                    <a:pt x="0" y="0"/>
                  </a:lnTo>
                  <a:lnTo>
                    <a:pt x="473107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465;p50">
              <a:extLst>
                <a:ext uri="{FF2B5EF4-FFF2-40B4-BE49-F238E27FC236}">
                  <a16:creationId xmlns:a16="http://schemas.microsoft.com/office/drawing/2014/main" id="{419A2815-7484-4181-B531-B741AF7F28DA}"/>
                </a:ext>
              </a:extLst>
            </p:cNvPr>
            <p:cNvSpPr/>
            <p:nvPr/>
          </p:nvSpPr>
          <p:spPr>
            <a:xfrm>
              <a:off x="3665537" y="6313741"/>
              <a:ext cx="473106" cy="198785"/>
            </a:xfrm>
            <a:custGeom>
              <a:avLst/>
              <a:gdLst/>
              <a:ahLst/>
              <a:cxnLst/>
              <a:rect l="l" t="t" r="r" b="b"/>
              <a:pathLst>
                <a:path w="473106" h="198786" extrusionOk="0">
                  <a:moveTo>
                    <a:pt x="473107" y="0"/>
                  </a:moveTo>
                  <a:lnTo>
                    <a:pt x="0" y="198787"/>
                  </a:lnTo>
                  <a:lnTo>
                    <a:pt x="473107" y="198787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Google Shape;475;p50">
            <a:extLst>
              <a:ext uri="{FF2B5EF4-FFF2-40B4-BE49-F238E27FC236}">
                <a16:creationId xmlns:a16="http://schemas.microsoft.com/office/drawing/2014/main" id="{EFA71C44-1733-4A7C-BF73-D85B0B0474EA}"/>
              </a:ext>
            </a:extLst>
          </p:cNvPr>
          <p:cNvSpPr/>
          <p:nvPr/>
        </p:nvSpPr>
        <p:spPr>
          <a:xfrm>
            <a:off x="6345957" y="2390542"/>
            <a:ext cx="4531404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Hands-on exercises </a:t>
            </a:r>
            <a:r>
              <a:rPr lang="en-US" sz="220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to test the knowledge gained</a:t>
            </a:r>
          </a:p>
        </p:txBody>
      </p:sp>
      <p:sp>
        <p:nvSpPr>
          <p:cNvPr id="49" name="Google Shape;476;p50">
            <a:extLst>
              <a:ext uri="{FF2B5EF4-FFF2-40B4-BE49-F238E27FC236}">
                <a16:creationId xmlns:a16="http://schemas.microsoft.com/office/drawing/2014/main" id="{A19F45C0-D96D-4510-9188-343BF27717C7}"/>
              </a:ext>
            </a:extLst>
          </p:cNvPr>
          <p:cNvSpPr/>
          <p:nvPr/>
        </p:nvSpPr>
        <p:spPr>
          <a:xfrm>
            <a:off x="6345957" y="4205723"/>
            <a:ext cx="4024909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Course-end project </a:t>
            </a:r>
            <a:r>
              <a:rPr lang="en-US" sz="220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to apply the skills acquired</a:t>
            </a:r>
          </a:p>
        </p:txBody>
      </p:sp>
      <p:sp>
        <p:nvSpPr>
          <p:cNvPr id="50" name="Google Shape;477;p50">
            <a:extLst>
              <a:ext uri="{FF2B5EF4-FFF2-40B4-BE49-F238E27FC236}">
                <a16:creationId xmlns:a16="http://schemas.microsoft.com/office/drawing/2014/main" id="{3DEB5FD8-FD7A-4115-B594-FE4A9BDD6885}"/>
              </a:ext>
            </a:extLst>
          </p:cNvPr>
          <p:cNvSpPr/>
          <p:nvPr/>
        </p:nvSpPr>
        <p:spPr>
          <a:xfrm>
            <a:off x="6345957" y="6024597"/>
            <a:ext cx="4048133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Ebooks </a:t>
            </a:r>
            <a:r>
              <a:rPr lang="en-US" sz="220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to have a quick reference guides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34A8D70-5C1E-060E-25E6-65CDE99FB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Course Components</a:t>
            </a:r>
            <a:endParaRPr lang="en-IN" dirty="0"/>
          </a:p>
        </p:txBody>
      </p:sp>
      <p:sp>
        <p:nvSpPr>
          <p:cNvPr id="12" name="Brandline_LVC">
            <a:extLst>
              <a:ext uri="{FF2B5EF4-FFF2-40B4-BE49-F238E27FC236}">
                <a16:creationId xmlns:a16="http://schemas.microsoft.com/office/drawing/2014/main" id="{B0A6B43A-010F-5B54-5145-51F1AF1E5A79}"/>
              </a:ext>
            </a:extLst>
          </p:cNvPr>
          <p:cNvSpPr/>
          <p:nvPr/>
        </p:nvSpPr>
        <p:spPr>
          <a:xfrm>
            <a:off x="5715000" y="816324"/>
            <a:ext cx="4843939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751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79"/>
          <p:cNvSpPr txBox="1"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Let's get started!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75327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DESIGN_ID_2023_LVC" val="GGfhckuF"/>
  <p:tag name="ARTICULATE_SLIDE_COUNT" val="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2023_LV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1124</TotalTime>
  <Words>187</Words>
  <Application>Microsoft Office PowerPoint</Application>
  <PresentationFormat>Custom</PresentationFormat>
  <Paragraphs>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Courier New</vt:lpstr>
      <vt:lpstr>Open Sans</vt:lpstr>
      <vt:lpstr>Tahoma</vt:lpstr>
      <vt:lpstr>2023_LVC</vt:lpstr>
      <vt:lpstr>PowerPoint Presentation</vt:lpstr>
      <vt:lpstr>PowerPoint Presentation</vt:lpstr>
      <vt:lpstr>PowerPoint Presentation</vt:lpstr>
      <vt:lpstr>Learning Path</vt:lpstr>
      <vt:lpstr>Learning Path</vt:lpstr>
      <vt:lpstr>PowerPoint Presentation</vt:lpstr>
      <vt:lpstr>Course Components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Parashar</dc:creator>
  <cp:lastModifiedBy>Aniket Fulari</cp:lastModifiedBy>
  <cp:revision>71</cp:revision>
  <dcterms:created xsi:type="dcterms:W3CDTF">2023-05-19T12:36:11Z</dcterms:created>
  <dcterms:modified xsi:type="dcterms:W3CDTF">2025-01-09T07:47:42Z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80635357-7E33-4924-A7B8-8711010178AB</vt:lpwstr>
  </property>
  <property fmtid="{D5CDD505-2E9C-101B-9397-08002B2CF9AE}" pid="3" name="ArticulatePath">
    <vt:lpwstr>https://simplilearnsolution-my.sharepoint.com/personal/pistorage_simplilearn_com/Documents/Simplilearn Project Backup/Data and AI/AI and ML/Caltech AIML Bootcamp - Updated/0.4 Machine Learning/Final Version/0.2 LVC/0.2_Instructor_Materials/0.1_Instructor_Slides_and_Notebooks/Lesson_1_Course_Introduction/Lesson_1_Course_Introduction</vt:lpwstr>
  </property>
</Properties>
</file>